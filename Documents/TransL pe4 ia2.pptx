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5.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6.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7.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8.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4"/>
    <p:sldMasterId id="2147483953" r:id="rId5"/>
    <p:sldMasterId id="2147483954" r:id="rId6"/>
    <p:sldMasterId id="2147483961" r:id="rId7"/>
    <p:sldMasterId id="2147483963" r:id="rId8"/>
    <p:sldMasterId id="2147483956" r:id="rId9"/>
    <p:sldMasterId id="2147483958" r:id="rId10"/>
    <p:sldMasterId id="2147483955" r:id="rId11"/>
    <p:sldMasterId id="2147483973" r:id="rId12"/>
  </p:sldMasterIdLst>
  <p:notesMasterIdLst>
    <p:notesMasterId r:id="rId26"/>
  </p:notesMasterIdLst>
  <p:handoutMasterIdLst>
    <p:handoutMasterId r:id="rId27"/>
  </p:handoutMasterIdLst>
  <p:sldIdLst>
    <p:sldId id="572" r:id="rId13"/>
    <p:sldId id="575" r:id="rId14"/>
    <p:sldId id="610" r:id="rId15"/>
    <p:sldId id="606" r:id="rId16"/>
    <p:sldId id="607" r:id="rId17"/>
    <p:sldId id="608" r:id="rId18"/>
    <p:sldId id="611" r:id="rId19"/>
    <p:sldId id="612" r:id="rId20"/>
    <p:sldId id="613" r:id="rId21"/>
    <p:sldId id="614" r:id="rId22"/>
    <p:sldId id="620" r:id="rId23"/>
    <p:sldId id="621" r:id="rId24"/>
    <p:sldId id="602" r:id="rId25"/>
  </p:sldIdLst>
  <p:sldSz cx="12192000" cy="6858000"/>
  <p:notesSz cx="6807200"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userDrawn="1">
          <p15:clr>
            <a:srgbClr val="A4A3A4"/>
          </p15:clr>
        </p15:guide>
        <p15:guide id="4" pos="7679">
          <p15:clr>
            <a:srgbClr val="A4A3A4"/>
          </p15:clr>
        </p15:guide>
      </p15:sldGuideLst>
    </p:ext>
    <p:ext uri="{2D200454-40CA-4A62-9FC3-DE9A4176ACB9}">
      <p15:notesGuideLst xmlns:p15="http://schemas.microsoft.com/office/powerpoint/2012/main">
        <p15:guide id="1" orient="horz" pos="3130">
          <p15:clr>
            <a:srgbClr val="A4A3A4"/>
          </p15:clr>
        </p15:guide>
        <p15:guide id="2" pos="214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kiko Takemi" initials="AT" lastIdx="1" clrIdx="0"/>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A5A5A5"/>
    <a:srgbClr val="F9950F"/>
    <a:srgbClr val="E7E6E6"/>
    <a:srgbClr val="48367D"/>
    <a:srgbClr val="4C5252"/>
    <a:srgbClr val="EFCAAF"/>
    <a:srgbClr val="958FBC"/>
    <a:srgbClr val="EBE4A7"/>
    <a:srgbClr val="C9D5B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38" autoAdjust="0"/>
    <p:restoredTop sz="86391"/>
  </p:normalViewPr>
  <p:slideViewPr>
    <p:cSldViewPr>
      <p:cViewPr varScale="1">
        <p:scale>
          <a:sx n="89" d="100"/>
          <a:sy n="89" d="100"/>
        </p:scale>
        <p:origin x="494" y="72"/>
      </p:cViewPr>
      <p:guideLst>
        <p:guide orient="horz" pos="2160"/>
        <p:guide pos="3840"/>
        <p:guide orient="horz"/>
        <p:guide pos="7679"/>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howGuides="1">
      <p:cViewPr varScale="1">
        <p:scale>
          <a:sx n="75" d="100"/>
          <a:sy n="75" d="100"/>
        </p:scale>
        <p:origin x="-4068" y="-114"/>
      </p:cViewPr>
      <p:guideLst>
        <p:guide orient="horz" pos="3130"/>
        <p:guide pos="214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9.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2.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commentAuthors" Target="commentAuthors.xml"/><Relationship Id="rId10" Type="http://schemas.openxmlformats.org/officeDocument/2006/relationships/slideMaster" Target="slideMasters/slideMaster7.xml"/><Relationship Id="rId19" Type="http://schemas.openxmlformats.org/officeDocument/2006/relationships/slide" Target="slides/slide7.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2949786" cy="498693"/>
          </a:xfrm>
          <a:prstGeom prst="rect">
            <a:avLst/>
          </a:prstGeom>
        </p:spPr>
        <p:txBody>
          <a:bodyPr vert="horz" lIns="91474" tIns="45737" rIns="91474" bIns="45737" rtlCol="0"/>
          <a:lstStyle>
            <a:lvl1pPr algn="l">
              <a:defRPr sz="1200"/>
            </a:lvl1pPr>
          </a:lstStyle>
          <a:p>
            <a:endParaRPr lang="en-NZ" dirty="0"/>
          </a:p>
        </p:txBody>
      </p:sp>
      <p:sp>
        <p:nvSpPr>
          <p:cNvPr id="3" name="Date Placeholder 2"/>
          <p:cNvSpPr>
            <a:spLocks noGrp="1"/>
          </p:cNvSpPr>
          <p:nvPr>
            <p:ph type="dt" sz="quarter" idx="1"/>
          </p:nvPr>
        </p:nvSpPr>
        <p:spPr>
          <a:xfrm>
            <a:off x="3855839" y="1"/>
            <a:ext cx="2949786" cy="498693"/>
          </a:xfrm>
          <a:prstGeom prst="rect">
            <a:avLst/>
          </a:prstGeom>
        </p:spPr>
        <p:txBody>
          <a:bodyPr vert="horz" lIns="91474" tIns="45737" rIns="91474" bIns="45737" rtlCol="0"/>
          <a:lstStyle>
            <a:lvl1pPr algn="r">
              <a:defRPr sz="1200"/>
            </a:lvl1pPr>
          </a:lstStyle>
          <a:p>
            <a:fld id="{85D701EE-1FBA-4307-A5A0-FAD659DC6E39}" type="datetimeFigureOut">
              <a:rPr lang="en-NZ" smtClean="0"/>
              <a:pPr/>
              <a:t>24/04/2026</a:t>
            </a:fld>
            <a:endParaRPr lang="en-NZ" dirty="0"/>
          </a:p>
        </p:txBody>
      </p:sp>
      <p:sp>
        <p:nvSpPr>
          <p:cNvPr id="4" name="Footer Placeholder 3"/>
          <p:cNvSpPr>
            <a:spLocks noGrp="1"/>
          </p:cNvSpPr>
          <p:nvPr>
            <p:ph type="ftr" sz="quarter" idx="2"/>
          </p:nvPr>
        </p:nvSpPr>
        <p:spPr>
          <a:xfrm>
            <a:off x="2" y="9440647"/>
            <a:ext cx="2949786" cy="498693"/>
          </a:xfrm>
          <a:prstGeom prst="rect">
            <a:avLst/>
          </a:prstGeom>
        </p:spPr>
        <p:txBody>
          <a:bodyPr vert="horz" lIns="91474" tIns="45737" rIns="91474" bIns="45737" rtlCol="0" anchor="b"/>
          <a:lstStyle>
            <a:lvl1pPr algn="l">
              <a:defRPr sz="1200"/>
            </a:lvl1pPr>
          </a:lstStyle>
          <a:p>
            <a:endParaRPr lang="en-NZ" dirty="0"/>
          </a:p>
        </p:txBody>
      </p:sp>
      <p:sp>
        <p:nvSpPr>
          <p:cNvPr id="5" name="Slide Number Placeholder 4"/>
          <p:cNvSpPr>
            <a:spLocks noGrp="1"/>
          </p:cNvSpPr>
          <p:nvPr>
            <p:ph type="sldNum" sz="quarter" idx="3"/>
          </p:nvPr>
        </p:nvSpPr>
        <p:spPr>
          <a:xfrm>
            <a:off x="3855839" y="9440647"/>
            <a:ext cx="2949786" cy="498693"/>
          </a:xfrm>
          <a:prstGeom prst="rect">
            <a:avLst/>
          </a:prstGeom>
        </p:spPr>
        <p:txBody>
          <a:bodyPr vert="horz" lIns="91474" tIns="45737" rIns="91474" bIns="45737" rtlCol="0" anchor="b"/>
          <a:lstStyle>
            <a:lvl1pPr algn="r">
              <a:defRPr sz="1200"/>
            </a:lvl1pPr>
          </a:lstStyle>
          <a:p>
            <a:fld id="{97D3D0BD-DB2D-4CFB-B804-653564142846}" type="slidenum">
              <a:rPr lang="en-NZ" smtClean="0"/>
              <a:pPr/>
              <a:t>‹#›</a:t>
            </a:fld>
            <a:endParaRPr lang="en-NZ" dirty="0"/>
          </a:p>
        </p:txBody>
      </p:sp>
    </p:spTree>
    <p:extLst>
      <p:ext uri="{BB962C8B-B14F-4D97-AF65-F5344CB8AC3E}">
        <p14:creationId xmlns:p14="http://schemas.microsoft.com/office/powerpoint/2010/main" val="1109532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2949786" cy="498693"/>
          </a:xfrm>
          <a:prstGeom prst="rect">
            <a:avLst/>
          </a:prstGeom>
        </p:spPr>
        <p:txBody>
          <a:bodyPr vert="horz" lIns="91474" tIns="45737" rIns="91474" bIns="45737" rtlCol="0"/>
          <a:lstStyle>
            <a:lvl1pPr algn="l">
              <a:defRPr sz="1200" b="0" i="0">
                <a:latin typeface="+mn-lt"/>
              </a:defRPr>
            </a:lvl1pPr>
          </a:lstStyle>
          <a:p>
            <a:endParaRPr lang="en-NZ" dirty="0"/>
          </a:p>
        </p:txBody>
      </p:sp>
      <p:sp>
        <p:nvSpPr>
          <p:cNvPr id="3" name="Date Placeholder 2"/>
          <p:cNvSpPr>
            <a:spLocks noGrp="1"/>
          </p:cNvSpPr>
          <p:nvPr>
            <p:ph type="dt" idx="1"/>
          </p:nvPr>
        </p:nvSpPr>
        <p:spPr>
          <a:xfrm>
            <a:off x="3855839" y="1"/>
            <a:ext cx="2949786" cy="498693"/>
          </a:xfrm>
          <a:prstGeom prst="rect">
            <a:avLst/>
          </a:prstGeom>
        </p:spPr>
        <p:txBody>
          <a:bodyPr vert="horz" lIns="91474" tIns="45737" rIns="91474" bIns="45737" rtlCol="0"/>
          <a:lstStyle>
            <a:lvl1pPr algn="r">
              <a:defRPr sz="1200" b="0" i="0">
                <a:latin typeface="+mn-lt"/>
              </a:defRPr>
            </a:lvl1pPr>
          </a:lstStyle>
          <a:p>
            <a:fld id="{72A1673E-E3F0-41EB-8C5F-8EC9A5FDE63C}" type="datetimeFigureOut">
              <a:rPr lang="en-NZ" smtClean="0"/>
              <a:pPr/>
              <a:t>24/04/2026</a:t>
            </a:fld>
            <a:endParaRPr lang="en-NZ" dirty="0"/>
          </a:p>
        </p:txBody>
      </p:sp>
      <p:sp>
        <p:nvSpPr>
          <p:cNvPr id="4" name="Slide Image Placeholder 3"/>
          <p:cNvSpPr>
            <a:spLocks noGrp="1" noRot="1" noChangeAspect="1"/>
          </p:cNvSpPr>
          <p:nvPr>
            <p:ph type="sldImg" idx="2"/>
          </p:nvPr>
        </p:nvSpPr>
        <p:spPr>
          <a:xfrm>
            <a:off x="422275" y="1243013"/>
            <a:ext cx="5964238" cy="3355975"/>
          </a:xfrm>
          <a:prstGeom prst="rect">
            <a:avLst/>
          </a:prstGeom>
          <a:noFill/>
          <a:ln w="12700">
            <a:solidFill>
              <a:prstClr val="black"/>
            </a:solidFill>
          </a:ln>
        </p:spPr>
        <p:txBody>
          <a:bodyPr vert="horz" lIns="91474" tIns="45737" rIns="91474" bIns="45737" rtlCol="0" anchor="ctr"/>
          <a:lstStyle/>
          <a:p>
            <a:endParaRPr lang="en-NZ" dirty="0"/>
          </a:p>
        </p:txBody>
      </p:sp>
      <p:sp>
        <p:nvSpPr>
          <p:cNvPr id="5" name="Notes Placeholder 4"/>
          <p:cNvSpPr>
            <a:spLocks noGrp="1"/>
          </p:cNvSpPr>
          <p:nvPr>
            <p:ph type="body" sz="quarter" idx="3"/>
          </p:nvPr>
        </p:nvSpPr>
        <p:spPr>
          <a:xfrm>
            <a:off x="680721" y="4783309"/>
            <a:ext cx="5445760" cy="3913614"/>
          </a:xfrm>
          <a:prstGeom prst="rect">
            <a:avLst/>
          </a:prstGeom>
        </p:spPr>
        <p:txBody>
          <a:bodyPr vert="horz" lIns="91474" tIns="45737" rIns="91474" bIns="45737"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NZ" dirty="0"/>
          </a:p>
        </p:txBody>
      </p:sp>
      <p:sp>
        <p:nvSpPr>
          <p:cNvPr id="6" name="Footer Placeholder 5"/>
          <p:cNvSpPr>
            <a:spLocks noGrp="1"/>
          </p:cNvSpPr>
          <p:nvPr>
            <p:ph type="ftr" sz="quarter" idx="4"/>
          </p:nvPr>
        </p:nvSpPr>
        <p:spPr>
          <a:xfrm>
            <a:off x="2" y="9440647"/>
            <a:ext cx="2949786" cy="498693"/>
          </a:xfrm>
          <a:prstGeom prst="rect">
            <a:avLst/>
          </a:prstGeom>
        </p:spPr>
        <p:txBody>
          <a:bodyPr vert="horz" lIns="91474" tIns="45737" rIns="91474" bIns="45737" rtlCol="0" anchor="b"/>
          <a:lstStyle>
            <a:lvl1pPr algn="l">
              <a:defRPr sz="1200" b="0" i="0">
                <a:latin typeface="+mn-lt"/>
              </a:defRPr>
            </a:lvl1pPr>
          </a:lstStyle>
          <a:p>
            <a:endParaRPr lang="en-NZ" dirty="0"/>
          </a:p>
        </p:txBody>
      </p:sp>
      <p:sp>
        <p:nvSpPr>
          <p:cNvPr id="7" name="Slide Number Placeholder 6"/>
          <p:cNvSpPr>
            <a:spLocks noGrp="1"/>
          </p:cNvSpPr>
          <p:nvPr>
            <p:ph type="sldNum" sz="quarter" idx="5"/>
          </p:nvPr>
        </p:nvSpPr>
        <p:spPr>
          <a:xfrm>
            <a:off x="3855839" y="9440647"/>
            <a:ext cx="2949786" cy="498693"/>
          </a:xfrm>
          <a:prstGeom prst="rect">
            <a:avLst/>
          </a:prstGeom>
        </p:spPr>
        <p:txBody>
          <a:bodyPr vert="horz" lIns="91474" tIns="45737" rIns="91474" bIns="45737" rtlCol="0" anchor="b"/>
          <a:lstStyle>
            <a:lvl1pPr algn="r">
              <a:defRPr sz="1200" b="0" i="0">
                <a:latin typeface="+mn-lt"/>
              </a:defRPr>
            </a:lvl1pPr>
          </a:lstStyle>
          <a:p>
            <a:fld id="{F4089372-A661-494F-90C4-94E25994D307}" type="slidenum">
              <a:rPr lang="en-NZ" smtClean="0"/>
              <a:pPr/>
              <a:t>‹#›</a:t>
            </a:fld>
            <a:endParaRPr lang="en-NZ" dirty="0"/>
          </a:p>
        </p:txBody>
      </p:sp>
    </p:spTree>
    <p:extLst>
      <p:ext uri="{BB962C8B-B14F-4D97-AF65-F5344CB8AC3E}">
        <p14:creationId xmlns:p14="http://schemas.microsoft.com/office/powerpoint/2010/main" val="113860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mn-lt"/>
        <a:ea typeface="+mn-ea"/>
        <a:cs typeface="+mn-cs"/>
      </a:defRPr>
    </a:lvl1pPr>
    <a:lvl2pPr marL="457200" algn="l" defTabSz="914400" rtl="0" eaLnBrk="1" latinLnBrk="0" hangingPunct="1">
      <a:defRPr sz="1200" b="0" i="0" kern="1200">
        <a:solidFill>
          <a:schemeClr val="tx1"/>
        </a:solidFill>
        <a:latin typeface="+mn-lt"/>
        <a:ea typeface="+mn-ea"/>
        <a:cs typeface="+mn-cs"/>
      </a:defRPr>
    </a:lvl2pPr>
    <a:lvl3pPr marL="914400" algn="l" defTabSz="914400" rtl="0" eaLnBrk="1" latinLnBrk="0" hangingPunct="1">
      <a:defRPr sz="1200" b="0" i="0" kern="1200">
        <a:solidFill>
          <a:schemeClr val="tx1"/>
        </a:solidFill>
        <a:latin typeface="+mn-lt"/>
        <a:ea typeface="+mn-ea"/>
        <a:cs typeface="+mn-cs"/>
      </a:defRPr>
    </a:lvl3pPr>
    <a:lvl4pPr marL="1371600" algn="l" defTabSz="914400" rtl="0" eaLnBrk="1" latinLnBrk="0" hangingPunct="1">
      <a:defRPr sz="1200" b="0" i="0" kern="1200">
        <a:solidFill>
          <a:schemeClr val="tx1"/>
        </a:solidFill>
        <a:latin typeface="+mn-lt"/>
        <a:ea typeface="+mn-ea"/>
        <a:cs typeface="+mn-cs"/>
      </a:defRPr>
    </a:lvl4pPr>
    <a:lvl5pPr marL="1828800" algn="l" defTabSz="914400" rtl="0" eaLnBrk="1" latinLnBrk="0" hangingPunct="1">
      <a:defRPr sz="1200" b="0" i="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7.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7.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7.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8.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8.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9.jpeg"/><Relationship Id="rId1" Type="http://schemas.openxmlformats.org/officeDocument/2006/relationships/slideMaster" Target="../slideMasters/slideMaster9.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9.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2.jpeg"/><Relationship Id="rId1" Type="http://schemas.openxmlformats.org/officeDocument/2006/relationships/slideMaster" Target="../slideMasters/slideMaster9.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5.png"/><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Black">
    <p:bg>
      <p:bgPr>
        <a:solidFill>
          <a:schemeClr val="tx1"/>
        </a:solidFill>
        <a:effectLst/>
      </p:bgPr>
    </p:bg>
    <p:spTree>
      <p:nvGrpSpPr>
        <p:cNvPr id="1" name=""/>
        <p:cNvGrpSpPr/>
        <p:nvPr/>
      </p:nvGrpSpPr>
      <p:grpSpPr>
        <a:xfrm>
          <a:off x="0" y="0"/>
          <a:ext cx="0" cy="0"/>
          <a:chOff x="0" y="0"/>
          <a:chExt cx="0" cy="0"/>
        </a:xfrm>
      </p:grpSpPr>
      <p:pic>
        <p:nvPicPr>
          <p:cNvPr id="9" name="Picture 2" descr="C:\Users\Admin\Downloads\ilovepdf_pages-to-jpg (1)\RU_PPT Template-White Blank_page-0001.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15"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8421823"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16"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spTree>
    <p:extLst>
      <p:ext uri="{BB962C8B-B14F-4D97-AF65-F5344CB8AC3E}">
        <p14:creationId xmlns:p14="http://schemas.microsoft.com/office/powerpoint/2010/main" val="4780501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White">
    <p:spTree>
      <p:nvGrpSpPr>
        <p:cNvPr id="1" name=""/>
        <p:cNvGrpSpPr/>
        <p:nvPr/>
      </p:nvGrpSpPr>
      <p:grpSpPr>
        <a:xfrm>
          <a:off x="0" y="0"/>
          <a:ext cx="0" cy="0"/>
          <a:chOff x="0" y="0"/>
          <a:chExt cx="0" cy="0"/>
        </a:xfrm>
      </p:grpSpPr>
      <p:pic>
        <p:nvPicPr>
          <p:cNvPr id="10" name="Picture 2" descr="C:\Users\Admin\Downloads\ilovepdf_pages-to-jpg (1)\RU_PPT Template-White Blank_page-0001.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1" name="Rectangle 10"/>
          <p:cNvSpPr/>
          <p:nvPr userDrawn="1"/>
        </p:nvSpPr>
        <p:spPr>
          <a:xfrm>
            <a:off x="685800" y="5880100"/>
            <a:ext cx="3422650" cy="977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8769350" y="5486400"/>
            <a:ext cx="3422650" cy="977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5AFE99A1-F019-42EF-A6DD-FBA9CE0E5FB1}"/>
              </a:ext>
            </a:extLst>
          </p:cNvPr>
          <p:cNvGrpSpPr/>
          <p:nvPr userDrawn="1"/>
        </p:nvGrpSpPr>
        <p:grpSpPr>
          <a:xfrm>
            <a:off x="9220200" y="5410200"/>
            <a:ext cx="2601503" cy="1082742"/>
            <a:chOff x="10616154" y="97913"/>
            <a:chExt cx="3619726" cy="1349912"/>
          </a:xfrm>
        </p:grpSpPr>
        <p:pic>
          <p:nvPicPr>
            <p:cNvPr id="14" name="Picture 2" descr="NIRF — SAVEETHA SCHOOL OF MANAGEMENT">
              <a:extLst>
                <a:ext uri="{FF2B5EF4-FFF2-40B4-BE49-F238E27FC236}">
                  <a16:creationId xmlns:a16="http://schemas.microsoft.com/office/drawing/2014/main" id="{9B00A4D8-FB36-4B42-882E-EE775CC50F6E}"/>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7517" t="4377" r="28922" b="7151"/>
            <a:stretch/>
          </p:blipFill>
          <p:spPr bwMode="auto">
            <a:xfrm>
              <a:off x="12122688" y="97913"/>
              <a:ext cx="843474" cy="59225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Bharath University - Top University In India">
              <a:extLst>
                <a:ext uri="{FF2B5EF4-FFF2-40B4-BE49-F238E27FC236}">
                  <a16:creationId xmlns:a16="http://schemas.microsoft.com/office/drawing/2014/main" id="{8CF62A35-8903-4AEE-9045-1FA034AB8A07}"/>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737939" y="182966"/>
              <a:ext cx="1158298" cy="43088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descr="CREDISAPP for Ratings - Eloit">
              <a:extLst>
                <a:ext uri="{FF2B5EF4-FFF2-40B4-BE49-F238E27FC236}">
                  <a16:creationId xmlns:a16="http://schemas.microsoft.com/office/drawing/2014/main" id="{4EC4255E-9275-4645-A3F8-21419123E0ED}"/>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3072901" y="114292"/>
              <a:ext cx="1155067" cy="57587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8" descr="MHRD | Innovation Cell - Home">
              <a:extLst>
                <a:ext uri="{FF2B5EF4-FFF2-40B4-BE49-F238E27FC236}">
                  <a16:creationId xmlns:a16="http://schemas.microsoft.com/office/drawing/2014/main" id="{E6BC1D26-C603-41F7-A77B-3E57CF81C4C7}"/>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10616154" y="789734"/>
              <a:ext cx="1857797" cy="65809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0" descr="Institution's Innovation Council | MHRD">
              <a:extLst>
                <a:ext uri="{FF2B5EF4-FFF2-40B4-BE49-F238E27FC236}">
                  <a16:creationId xmlns:a16="http://schemas.microsoft.com/office/drawing/2014/main" id="{36AC505C-EAFA-4C95-8784-8D5ACB655BDA}"/>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val="0"/>
                </a:ext>
              </a:extLst>
            </a:blip>
            <a:srcRect l="8879" t="20721" r="8879" b="24346"/>
            <a:stretch/>
          </p:blipFill>
          <p:spPr bwMode="auto">
            <a:xfrm>
              <a:off x="12886182" y="774201"/>
              <a:ext cx="1349698" cy="637584"/>
            </a:xfrm>
            <a:prstGeom prst="rect">
              <a:avLst/>
            </a:prstGeom>
            <a:noFill/>
            <a:extLst>
              <a:ext uri="{909E8E84-426E-40DD-AFC4-6F175D3DCCD1}">
                <a14:hiddenFill xmlns:a14="http://schemas.microsoft.com/office/drawing/2010/main">
                  <a:solidFill>
                    <a:srgbClr val="FFFFFF"/>
                  </a:solidFill>
                </a14:hiddenFill>
              </a:ext>
            </a:extLst>
          </p:spPr>
        </p:pic>
      </p:grpSp>
      <p:sp>
        <p:nvSpPr>
          <p:cNvPr id="19"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8421823"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20"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spTree>
    <p:extLst>
      <p:ext uri="{BB962C8B-B14F-4D97-AF65-F5344CB8AC3E}">
        <p14:creationId xmlns:p14="http://schemas.microsoft.com/office/powerpoint/2010/main" val="1518763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over White">
    <p:spTree>
      <p:nvGrpSpPr>
        <p:cNvPr id="1" name=""/>
        <p:cNvGrpSpPr/>
        <p:nvPr/>
      </p:nvGrpSpPr>
      <p:grpSpPr>
        <a:xfrm>
          <a:off x="0" y="0"/>
          <a:ext cx="0" cy="0"/>
          <a:chOff x="0" y="0"/>
          <a:chExt cx="0" cy="0"/>
        </a:xfrm>
      </p:grpSpPr>
      <p:pic>
        <p:nvPicPr>
          <p:cNvPr id="13" name="Picture 2" descr="C:\Users\Admin\Downloads\ilovepdf_pages-to-jpg (2)\RU_PPT Template-Grey Blank_page-0001.jpg"/>
          <p:cNvPicPr>
            <a:picLocks noChangeAspect="1" noChangeArrowheads="1"/>
          </p:cNvPicPr>
          <p:nvPr userDrawn="1"/>
        </p:nvPicPr>
        <p:blipFill>
          <a:blip r:embed="rId2"/>
          <a:srcRect/>
          <a:stretch>
            <a:fillRect/>
          </a:stretch>
        </p:blipFill>
        <p:spPr bwMode="auto">
          <a:xfrm>
            <a:off x="0" y="0"/>
            <a:ext cx="12193191" cy="6858000"/>
          </a:xfrm>
          <a:prstGeom prst="rect">
            <a:avLst/>
          </a:prstGeom>
          <a:noFill/>
        </p:spPr>
      </p:pic>
      <p:grpSp>
        <p:nvGrpSpPr>
          <p:cNvPr id="21" name="Group 20">
            <a:extLst>
              <a:ext uri="{FF2B5EF4-FFF2-40B4-BE49-F238E27FC236}">
                <a16:creationId xmlns:a16="http://schemas.microsoft.com/office/drawing/2014/main" id="{5AFE99A1-F019-42EF-A6DD-FBA9CE0E5FB1}"/>
              </a:ext>
            </a:extLst>
          </p:cNvPr>
          <p:cNvGrpSpPr/>
          <p:nvPr userDrawn="1"/>
        </p:nvGrpSpPr>
        <p:grpSpPr>
          <a:xfrm>
            <a:off x="9220200" y="304800"/>
            <a:ext cx="2601503" cy="1082742"/>
            <a:chOff x="10616154" y="97913"/>
            <a:chExt cx="3619726" cy="1349912"/>
          </a:xfrm>
        </p:grpSpPr>
        <p:pic>
          <p:nvPicPr>
            <p:cNvPr id="22" name="Picture 2" descr="NIRF — SAVEETHA SCHOOL OF MANAGEMENT">
              <a:extLst>
                <a:ext uri="{FF2B5EF4-FFF2-40B4-BE49-F238E27FC236}">
                  <a16:creationId xmlns:a16="http://schemas.microsoft.com/office/drawing/2014/main" id="{9B00A4D8-FB36-4B42-882E-EE775CC50F6E}"/>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7517" t="4377" r="28922" b="7151"/>
            <a:stretch/>
          </p:blipFill>
          <p:spPr bwMode="auto">
            <a:xfrm>
              <a:off x="12122688" y="97913"/>
              <a:ext cx="843474" cy="592257"/>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descr="Bharath University - Top University In India">
              <a:extLst>
                <a:ext uri="{FF2B5EF4-FFF2-40B4-BE49-F238E27FC236}">
                  <a16:creationId xmlns:a16="http://schemas.microsoft.com/office/drawing/2014/main" id="{8CF62A35-8903-4AEE-9045-1FA034AB8A07}"/>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737939" y="182966"/>
              <a:ext cx="1158298" cy="430887"/>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6" descr="CREDISAPP for Ratings - Eloit">
              <a:extLst>
                <a:ext uri="{FF2B5EF4-FFF2-40B4-BE49-F238E27FC236}">
                  <a16:creationId xmlns:a16="http://schemas.microsoft.com/office/drawing/2014/main" id="{4EC4255E-9275-4645-A3F8-21419123E0ED}"/>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3072901" y="114292"/>
              <a:ext cx="1155067" cy="575878"/>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8" descr="MHRD | Innovation Cell - Home">
              <a:extLst>
                <a:ext uri="{FF2B5EF4-FFF2-40B4-BE49-F238E27FC236}">
                  <a16:creationId xmlns:a16="http://schemas.microsoft.com/office/drawing/2014/main" id="{E6BC1D26-C603-41F7-A77B-3E57CF81C4C7}"/>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10616154" y="789734"/>
              <a:ext cx="1857797" cy="65809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0" descr="Institution's Innovation Council | MHRD">
              <a:extLst>
                <a:ext uri="{FF2B5EF4-FFF2-40B4-BE49-F238E27FC236}">
                  <a16:creationId xmlns:a16="http://schemas.microsoft.com/office/drawing/2014/main" id="{36AC505C-EAFA-4C95-8784-8D5ACB655BDA}"/>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val="0"/>
                </a:ext>
              </a:extLst>
            </a:blip>
            <a:srcRect l="8879" t="20721" r="8879" b="24346"/>
            <a:stretch/>
          </p:blipFill>
          <p:spPr bwMode="auto">
            <a:xfrm>
              <a:off x="12886182" y="774201"/>
              <a:ext cx="1349698" cy="637584"/>
            </a:xfrm>
            <a:prstGeom prst="rect">
              <a:avLst/>
            </a:prstGeom>
            <a:noFill/>
            <a:extLst>
              <a:ext uri="{909E8E84-426E-40DD-AFC4-6F175D3DCCD1}">
                <a14:hiddenFill xmlns:a14="http://schemas.microsoft.com/office/drawing/2010/main">
                  <a:solidFill>
                    <a:srgbClr val="FFFFFF"/>
                  </a:solidFill>
                </a14:hiddenFill>
              </a:ext>
            </a:extLst>
          </p:spPr>
        </p:pic>
      </p:grpSp>
      <p:sp>
        <p:nvSpPr>
          <p:cNvPr id="19"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8421823"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20"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spTree>
    <p:extLst>
      <p:ext uri="{BB962C8B-B14F-4D97-AF65-F5344CB8AC3E}">
        <p14:creationId xmlns:p14="http://schemas.microsoft.com/office/powerpoint/2010/main" val="1518763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Image">
    <p:spTree>
      <p:nvGrpSpPr>
        <p:cNvPr id="1" name=""/>
        <p:cNvGrpSpPr/>
        <p:nvPr/>
      </p:nvGrpSpPr>
      <p:grpSpPr>
        <a:xfrm>
          <a:off x="0" y="0"/>
          <a:ext cx="0" cy="0"/>
          <a:chOff x="0" y="0"/>
          <a:chExt cx="0" cy="0"/>
        </a:xfrm>
      </p:grpSpPr>
      <p:pic>
        <p:nvPicPr>
          <p:cNvPr id="14" name="Picture 2" descr="C:\Users\Admin\Downloads\ilovepdf_pages-to-jpg (2)\RU_PPT Template-Grey Blank_page-0001.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5"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8421823"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16"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spTree>
    <p:extLst>
      <p:ext uri="{BB962C8B-B14F-4D97-AF65-F5344CB8AC3E}">
        <p14:creationId xmlns:p14="http://schemas.microsoft.com/office/powerpoint/2010/main" val="2896653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over Whit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C96D411-367F-DE44-B86F-24693F081E88}"/>
              </a:ext>
            </a:extLst>
          </p:cNvPr>
          <p:cNvSpPr>
            <a:spLocks noGrp="1"/>
          </p:cNvSpPr>
          <p:nvPr>
            <p:ph type="pic" sz="quarter" idx="15"/>
          </p:nvPr>
        </p:nvSpPr>
        <p:spPr>
          <a:xfrm>
            <a:off x="0" y="0"/>
            <a:ext cx="12192000" cy="6858000"/>
          </a:xfrm>
          <a:prstGeom prst="rect">
            <a:avLst/>
          </a:prstGeom>
        </p:spPr>
        <p:txBody>
          <a:bodyPr/>
          <a:lstStyle>
            <a:lvl1pPr>
              <a:defRPr>
                <a:latin typeface="Roboto Medium" pitchFamily="2" charset="0"/>
                <a:ea typeface="Roboto Medium" pitchFamily="2" charset="0"/>
              </a:defRPr>
            </a:lvl1pPr>
          </a:lstStyle>
          <a:p>
            <a:r>
              <a:rPr lang="en-US"/>
              <a:t>Click icon to add picture</a:t>
            </a:r>
            <a:endParaRPr lang="en-US" dirty="0"/>
          </a:p>
        </p:txBody>
      </p:sp>
      <p:sp>
        <p:nvSpPr>
          <p:cNvPr id="12"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4580247"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13"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pic>
        <p:nvPicPr>
          <p:cNvPr id="16" name="Picture 2" descr="C:\Users\Admin\Downloads\REVA LOGO2.png"/>
          <p:cNvPicPr>
            <a:picLocks noChangeAspect="1" noChangeArrowheads="1"/>
          </p:cNvPicPr>
          <p:nvPr userDrawn="1"/>
        </p:nvPicPr>
        <p:blipFill>
          <a:blip r:embed="rId2" cstate="print"/>
          <a:srcRect/>
          <a:stretch>
            <a:fillRect/>
          </a:stretch>
        </p:blipFill>
        <p:spPr bwMode="auto">
          <a:xfrm>
            <a:off x="754380" y="1857550"/>
            <a:ext cx="3581400" cy="997709"/>
          </a:xfrm>
          <a:prstGeom prst="rect">
            <a:avLst/>
          </a:prstGeom>
          <a:noFill/>
        </p:spPr>
      </p:pic>
    </p:spTree>
    <p:extLst>
      <p:ext uri="{BB962C8B-B14F-4D97-AF65-F5344CB8AC3E}">
        <p14:creationId xmlns:p14="http://schemas.microsoft.com/office/powerpoint/2010/main" val="643554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Divider White">
    <p:bg bwMode="gray">
      <p:bgPr>
        <a:solidFill>
          <a:schemeClr val="bg1"/>
        </a:solidFill>
        <a:effectLst/>
      </p:bgPr>
    </p:bg>
    <p:spTree>
      <p:nvGrpSpPr>
        <p:cNvPr id="1" name=""/>
        <p:cNvGrpSpPr/>
        <p:nvPr/>
      </p:nvGrpSpPr>
      <p:grpSpPr>
        <a:xfrm>
          <a:off x="0" y="0"/>
          <a:ext cx="0" cy="0"/>
          <a:chOff x="0" y="0"/>
          <a:chExt cx="0" cy="0"/>
        </a:xfrm>
      </p:grpSpPr>
      <p:pic>
        <p:nvPicPr>
          <p:cNvPr id="5122" name="Picture 2" descr="C:\Users\Admin\Downloads\ilovepdf_pages-to-jpg (3)\RU_PPT Template-White Blank (1)_page-0002.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1" name="Title 1">
            <a:extLst>
              <a:ext uri="{FF2B5EF4-FFF2-40B4-BE49-F238E27FC236}">
                <a16:creationId xmlns:a16="http://schemas.microsoft.com/office/drawing/2014/main" id="{8C57D2F1-AB6B-D646-B596-57C131E95FB4}"/>
              </a:ext>
            </a:extLst>
          </p:cNvPr>
          <p:cNvSpPr>
            <a:spLocks noGrp="1"/>
          </p:cNvSpPr>
          <p:nvPr>
            <p:ph type="title" hasCustomPrompt="1"/>
          </p:nvPr>
        </p:nvSpPr>
        <p:spPr bwMode="gray">
          <a:xfrm>
            <a:off x="2514600" y="2363699"/>
            <a:ext cx="9220200" cy="1325563"/>
          </a:xfrm>
          <a:prstGeom prst="rect">
            <a:avLst/>
          </a:prstGeom>
        </p:spPr>
        <p:txBody>
          <a:bodyPr anchor="ctr"/>
          <a:lstStyle>
            <a:lvl1pPr>
              <a:defRPr sz="7800" b="0" i="0" spc="0">
                <a:solidFill>
                  <a:srgbClr val="FF6600"/>
                </a:solidFill>
                <a:latin typeface="Roboto Medium" pitchFamily="2" charset="0"/>
                <a:ea typeface="Roboto Medium" pitchFamily="2" charset="0"/>
                <a:cs typeface="Roboto Medium" pitchFamily="2" charset="0"/>
              </a:defRPr>
            </a:lvl1pPr>
          </a:lstStyle>
          <a:p>
            <a:r>
              <a:rPr lang="en-US" dirty="0"/>
              <a:t>TITLE PAGE</a:t>
            </a:r>
            <a:endParaRPr lang="en-NZ" dirty="0"/>
          </a:p>
        </p:txBody>
      </p:sp>
      <p:sp>
        <p:nvSpPr>
          <p:cNvPr id="12" name="Text Placeholder 5">
            <a:extLst>
              <a:ext uri="{FF2B5EF4-FFF2-40B4-BE49-F238E27FC236}">
                <a16:creationId xmlns:a16="http://schemas.microsoft.com/office/drawing/2014/main" id="{AD0D9561-E154-7543-8D06-7AF9B72F9B8B}"/>
              </a:ext>
            </a:extLst>
          </p:cNvPr>
          <p:cNvSpPr>
            <a:spLocks noGrp="1"/>
          </p:cNvSpPr>
          <p:nvPr>
            <p:ph type="body" sz="quarter" idx="11" hasCustomPrompt="1"/>
          </p:nvPr>
        </p:nvSpPr>
        <p:spPr bwMode="gray">
          <a:xfrm>
            <a:off x="2518979" y="3796320"/>
            <a:ext cx="5923490" cy="40798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2500" kern="1200" spc="400" baseline="0">
                <a:solidFill>
                  <a:srgbClr val="A5A5A5"/>
                </a:solidFill>
                <a:latin typeface="Roboto Medium" pitchFamily="2" charset="0"/>
                <a:ea typeface="Roboto Medium" pitchFamily="2" charset="0"/>
                <a:cs typeface="Roboto Medium"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a:t>
            </a:r>
          </a:p>
        </p:txBody>
      </p:sp>
      <p:pic>
        <p:nvPicPr>
          <p:cNvPr id="14" name="Picture 3" descr="C:\Users\Admin\Downloads\1-05.png"/>
          <p:cNvPicPr>
            <a:picLocks noChangeAspect="1" noChangeArrowheads="1"/>
          </p:cNvPicPr>
          <p:nvPr userDrawn="1"/>
        </p:nvPicPr>
        <p:blipFill>
          <a:blip r:embed="rId3"/>
          <a:srcRect r="73063"/>
          <a:stretch>
            <a:fillRect/>
          </a:stretch>
        </p:blipFill>
        <p:spPr bwMode="auto">
          <a:xfrm>
            <a:off x="-54605" y="-381001"/>
            <a:ext cx="955557" cy="1711183"/>
          </a:xfrm>
          <a:prstGeom prst="rect">
            <a:avLst/>
          </a:prstGeom>
          <a:noFill/>
        </p:spPr>
      </p:pic>
    </p:spTree>
    <p:extLst>
      <p:ext uri="{BB962C8B-B14F-4D97-AF65-F5344CB8AC3E}">
        <p14:creationId xmlns:p14="http://schemas.microsoft.com/office/powerpoint/2010/main" val="171630064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Black">
    <p:bg bwMode="gray">
      <p:bgPr>
        <a:solidFill>
          <a:schemeClr val="bg1"/>
        </a:solidFill>
        <a:effectLst/>
      </p:bgPr>
    </p:bg>
    <p:spTree>
      <p:nvGrpSpPr>
        <p:cNvPr id="1" name=""/>
        <p:cNvGrpSpPr/>
        <p:nvPr/>
      </p:nvGrpSpPr>
      <p:grpSpPr>
        <a:xfrm>
          <a:off x="0" y="0"/>
          <a:ext cx="0" cy="0"/>
          <a:chOff x="0" y="0"/>
          <a:chExt cx="0" cy="0"/>
        </a:xfrm>
      </p:grpSpPr>
      <p:pic>
        <p:nvPicPr>
          <p:cNvPr id="3074"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p:nvPr>
        </p:nvSpPr>
        <p:spPr>
          <a:xfrm>
            <a:off x="695400" y="1773936"/>
            <a:ext cx="10801201" cy="4320480"/>
          </a:xfrm>
          <a:prstGeom prst="rect">
            <a:avLst/>
          </a:prstGeom>
        </p:spPr>
        <p:txBody>
          <a:bodyPr/>
          <a:lstStyle>
            <a:lvl1pPr marL="457200" indent="-457200">
              <a:spcBef>
                <a:spcPts val="0"/>
              </a:spcBef>
              <a:spcAft>
                <a:spcPts val="1400"/>
              </a:spcAft>
              <a:buFont typeface="+mj-lt"/>
              <a:buAutoNum type="arabicPeriod"/>
              <a:defRPr sz="2400">
                <a:solidFill>
                  <a:schemeClr val="bg1"/>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bg1"/>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13" name="Title 1">
            <a:extLst>
              <a:ext uri="{FF2B5EF4-FFF2-40B4-BE49-F238E27FC236}">
                <a16:creationId xmlns:a16="http://schemas.microsoft.com/office/drawing/2014/main" id="{502052CF-F9E7-714A-BDAE-9BE0ECB4DA7F}"/>
              </a:ext>
            </a:extLst>
          </p:cNvPr>
          <p:cNvSpPr>
            <a:spLocks noGrp="1"/>
          </p:cNvSpPr>
          <p:nvPr>
            <p:ph type="title" hasCustomPrompt="1"/>
          </p:nvPr>
        </p:nvSpPr>
        <p:spPr bwMode="gray">
          <a:xfrm>
            <a:off x="695400" y="395786"/>
            <a:ext cx="6211927"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Agenda</a:t>
            </a:r>
          </a:p>
        </p:txBody>
      </p:sp>
      <p:sp>
        <p:nvSpPr>
          <p:cNvPr id="8"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2023341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White">
    <p:bg bwMode="gray">
      <p:bgPr>
        <a:solidFill>
          <a:schemeClr val="bg1"/>
        </a:solidFill>
        <a:effectLst/>
      </p:bgPr>
    </p:bg>
    <p:spTree>
      <p:nvGrpSpPr>
        <p:cNvPr id="1" name=""/>
        <p:cNvGrpSpPr/>
        <p:nvPr/>
      </p:nvGrpSpPr>
      <p:grpSpPr>
        <a:xfrm>
          <a:off x="0" y="0"/>
          <a:ext cx="0" cy="0"/>
          <a:chOff x="0" y="0"/>
          <a:chExt cx="0" cy="0"/>
        </a:xfrm>
      </p:grpSpPr>
      <p:pic>
        <p:nvPicPr>
          <p:cNvPr id="2050"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0"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
        <p:nvSpPr>
          <p:cNvPr id="8" name="Title 1">
            <a:extLst>
              <a:ext uri="{FF2B5EF4-FFF2-40B4-BE49-F238E27FC236}">
                <a16:creationId xmlns:a16="http://schemas.microsoft.com/office/drawing/2014/main" id="{F1559C6D-4317-AA46-BAB3-6CD813F0D97F}"/>
              </a:ext>
            </a:extLst>
          </p:cNvPr>
          <p:cNvSpPr>
            <a:spLocks noGrp="1"/>
          </p:cNvSpPr>
          <p:nvPr>
            <p:ph type="title" hasCustomPrompt="1"/>
          </p:nvPr>
        </p:nvSpPr>
        <p:spPr bwMode="gray">
          <a:xfrm>
            <a:off x="695400" y="395786"/>
            <a:ext cx="6211927" cy="838202"/>
          </a:xfrm>
          <a:prstGeom prst="rect">
            <a:avLst/>
          </a:prstGeom>
        </p:spPr>
        <p:txBody>
          <a:bodyPr anchor="ctr" anchorCtr="0">
            <a:noAutofit/>
          </a:bodyPr>
          <a:lstStyle>
            <a:lvl1pPr>
              <a:defRPr sz="2800" cap="all" spc="0" baseline="0">
                <a:solidFill>
                  <a:schemeClr val="tx1">
                    <a:lumMod val="50000"/>
                    <a:lumOff val="50000"/>
                  </a:schemeClr>
                </a:solidFill>
                <a:latin typeface="Roboto Medium" pitchFamily="2" charset="0"/>
                <a:ea typeface="Roboto Medium" pitchFamily="2" charset="0"/>
                <a:cs typeface="Roboto Medium" pitchFamily="2" charset="0"/>
              </a:defRPr>
            </a:lvl1pPr>
          </a:lstStyle>
          <a:p>
            <a:r>
              <a:rPr lang="en-US" dirty="0"/>
              <a:t>Agenda</a:t>
            </a:r>
          </a:p>
        </p:txBody>
      </p:sp>
      <p:sp>
        <p:nvSpPr>
          <p:cNvPr id="11" name="Text Placeholder 2">
            <a:extLst>
              <a:ext uri="{FF2B5EF4-FFF2-40B4-BE49-F238E27FC236}">
                <a16:creationId xmlns:a16="http://schemas.microsoft.com/office/drawing/2014/main" id="{75464016-775B-B140-8812-D9666C711A48}"/>
              </a:ext>
            </a:extLst>
          </p:cNvPr>
          <p:cNvSpPr>
            <a:spLocks noGrp="1"/>
          </p:cNvSpPr>
          <p:nvPr>
            <p:ph type="body" sz="quarter" idx="17"/>
          </p:nvPr>
        </p:nvSpPr>
        <p:spPr>
          <a:xfrm>
            <a:off x="695400" y="1773936"/>
            <a:ext cx="10801201" cy="4320480"/>
          </a:xfrm>
          <a:prstGeom prst="rect">
            <a:avLst/>
          </a:prstGeom>
        </p:spPr>
        <p:txBody>
          <a:bodyPr/>
          <a:lstStyle>
            <a:lvl1pPr marL="457200" indent="-457200">
              <a:spcBef>
                <a:spcPts val="0"/>
              </a:spcBef>
              <a:spcAft>
                <a:spcPts val="1400"/>
              </a:spcAft>
              <a:buFont typeface="+mj-lt"/>
              <a:buAutoNum type="arabicPeriod"/>
              <a:defRPr sz="2400">
                <a:solidFill>
                  <a:schemeClr val="tx1">
                    <a:lumMod val="50000"/>
                    <a:lumOff val="50000"/>
                  </a:schemeClr>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tx1">
                    <a:lumMod val="50000"/>
                    <a:lumOff val="50000"/>
                  </a:schemeClr>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Tree>
    <p:extLst>
      <p:ext uri="{BB962C8B-B14F-4D97-AF65-F5344CB8AC3E}">
        <p14:creationId xmlns:p14="http://schemas.microsoft.com/office/powerpoint/2010/main" val="1792141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Column Agenda Black">
    <p:bg bwMode="gray">
      <p:bgPr>
        <a:solidFill>
          <a:schemeClr val="bg1"/>
        </a:solidFill>
        <a:effectLst/>
      </p:bgPr>
    </p:bg>
    <p:spTree>
      <p:nvGrpSpPr>
        <p:cNvPr id="1" name=""/>
        <p:cNvGrpSpPr/>
        <p:nvPr/>
      </p:nvGrpSpPr>
      <p:grpSpPr>
        <a:xfrm>
          <a:off x="0" y="0"/>
          <a:ext cx="0" cy="0"/>
          <a:chOff x="0" y="0"/>
          <a:chExt cx="0" cy="0"/>
        </a:xfrm>
      </p:grpSpPr>
      <p:pic>
        <p:nvPicPr>
          <p:cNvPr id="11"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p:nvPr>
        </p:nvSpPr>
        <p:spPr>
          <a:xfrm>
            <a:off x="695400" y="1773937"/>
            <a:ext cx="5112568" cy="4319360"/>
          </a:xfrm>
          <a:prstGeom prst="rect">
            <a:avLst/>
          </a:prstGeom>
        </p:spPr>
        <p:txBody>
          <a:bodyPr/>
          <a:lstStyle>
            <a:lvl1pPr marL="457200" indent="-457200">
              <a:spcBef>
                <a:spcPts val="0"/>
              </a:spcBef>
              <a:spcAft>
                <a:spcPts val="1400"/>
              </a:spcAft>
              <a:buFont typeface="+mj-lt"/>
              <a:buAutoNum type="arabicPeriod"/>
              <a:defRPr sz="2400">
                <a:solidFill>
                  <a:schemeClr val="bg1"/>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bg1"/>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7" name="Text Placeholder 2">
            <a:extLst>
              <a:ext uri="{FF2B5EF4-FFF2-40B4-BE49-F238E27FC236}">
                <a16:creationId xmlns:a16="http://schemas.microsoft.com/office/drawing/2014/main" id="{EF680B5D-7167-924C-AF0A-D048ACEDB4E4}"/>
              </a:ext>
            </a:extLst>
          </p:cNvPr>
          <p:cNvSpPr>
            <a:spLocks noGrp="1"/>
          </p:cNvSpPr>
          <p:nvPr>
            <p:ph type="body" sz="quarter" idx="18"/>
          </p:nvPr>
        </p:nvSpPr>
        <p:spPr>
          <a:xfrm>
            <a:off x="6168008" y="1773937"/>
            <a:ext cx="5112568" cy="4319360"/>
          </a:xfrm>
          <a:prstGeom prst="rect">
            <a:avLst/>
          </a:prstGeom>
        </p:spPr>
        <p:txBody>
          <a:bodyPr/>
          <a:lstStyle>
            <a:lvl1pPr marL="457200" indent="-457200">
              <a:spcBef>
                <a:spcPts val="0"/>
              </a:spcBef>
              <a:spcAft>
                <a:spcPts val="1400"/>
              </a:spcAft>
              <a:buFont typeface="+mj-lt"/>
              <a:buAutoNum type="arabicPeriod"/>
              <a:defRPr sz="2400">
                <a:solidFill>
                  <a:schemeClr val="bg1"/>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bg1"/>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8" name="Title 1">
            <a:extLst>
              <a:ext uri="{FF2B5EF4-FFF2-40B4-BE49-F238E27FC236}">
                <a16:creationId xmlns:a16="http://schemas.microsoft.com/office/drawing/2014/main" id="{4B8854B0-9314-934B-A796-5B8219D03959}"/>
              </a:ext>
            </a:extLst>
          </p:cNvPr>
          <p:cNvSpPr>
            <a:spLocks noGrp="1"/>
          </p:cNvSpPr>
          <p:nvPr>
            <p:ph type="title" hasCustomPrompt="1"/>
          </p:nvPr>
        </p:nvSpPr>
        <p:spPr bwMode="gray">
          <a:xfrm>
            <a:off x="695400" y="395786"/>
            <a:ext cx="6211927"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Agenda (Two Columns)</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92246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umn Agenda White">
    <p:bg bwMode="gray">
      <p:bgPr>
        <a:solidFill>
          <a:schemeClr val="bg1"/>
        </a:solidFill>
        <a:effectLst/>
      </p:bgPr>
    </p:bg>
    <p:spTree>
      <p:nvGrpSpPr>
        <p:cNvPr id="1" name=""/>
        <p:cNvGrpSpPr/>
        <p:nvPr/>
      </p:nvGrpSpPr>
      <p:grpSpPr>
        <a:xfrm>
          <a:off x="0" y="0"/>
          <a:ext cx="0" cy="0"/>
          <a:chOff x="0" y="0"/>
          <a:chExt cx="0" cy="0"/>
        </a:xfrm>
      </p:grpSpPr>
      <p:pic>
        <p:nvPicPr>
          <p:cNvPr id="12"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8" name="Text Placeholder 2">
            <a:extLst>
              <a:ext uri="{FF2B5EF4-FFF2-40B4-BE49-F238E27FC236}">
                <a16:creationId xmlns:a16="http://schemas.microsoft.com/office/drawing/2014/main" id="{41BD9FBF-4057-CE4A-95FF-A7E4437BE406}"/>
              </a:ext>
            </a:extLst>
          </p:cNvPr>
          <p:cNvSpPr>
            <a:spLocks noGrp="1"/>
          </p:cNvSpPr>
          <p:nvPr>
            <p:ph type="body" sz="quarter" idx="17"/>
          </p:nvPr>
        </p:nvSpPr>
        <p:spPr>
          <a:xfrm>
            <a:off x="695400" y="1773937"/>
            <a:ext cx="5112568" cy="4319360"/>
          </a:xfrm>
          <a:prstGeom prst="rect">
            <a:avLst/>
          </a:prstGeom>
        </p:spPr>
        <p:txBody>
          <a:bodyPr/>
          <a:lstStyle>
            <a:lvl1pPr marL="457200" indent="-457200">
              <a:spcBef>
                <a:spcPts val="0"/>
              </a:spcBef>
              <a:spcAft>
                <a:spcPts val="1400"/>
              </a:spcAft>
              <a:buFont typeface="+mj-lt"/>
              <a:buAutoNum type="arabicPeriod"/>
              <a:defRPr sz="2400">
                <a:solidFill>
                  <a:schemeClr val="tx1">
                    <a:lumMod val="50000"/>
                    <a:lumOff val="50000"/>
                  </a:schemeClr>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tx1">
                    <a:lumMod val="50000"/>
                    <a:lumOff val="50000"/>
                  </a:schemeClr>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9" name="Text Placeholder 2">
            <a:extLst>
              <a:ext uri="{FF2B5EF4-FFF2-40B4-BE49-F238E27FC236}">
                <a16:creationId xmlns:a16="http://schemas.microsoft.com/office/drawing/2014/main" id="{8F61B18F-41E7-EB43-A1A5-986763A09CCA}"/>
              </a:ext>
            </a:extLst>
          </p:cNvPr>
          <p:cNvSpPr>
            <a:spLocks noGrp="1"/>
          </p:cNvSpPr>
          <p:nvPr>
            <p:ph type="body" sz="quarter" idx="18"/>
          </p:nvPr>
        </p:nvSpPr>
        <p:spPr>
          <a:xfrm>
            <a:off x="6168008" y="1773937"/>
            <a:ext cx="5112568" cy="4319360"/>
          </a:xfrm>
          <a:prstGeom prst="rect">
            <a:avLst/>
          </a:prstGeom>
        </p:spPr>
        <p:txBody>
          <a:bodyPr/>
          <a:lstStyle>
            <a:lvl1pPr marL="457200" indent="-457200">
              <a:spcBef>
                <a:spcPts val="0"/>
              </a:spcBef>
              <a:spcAft>
                <a:spcPts val="1400"/>
              </a:spcAft>
              <a:buFont typeface="+mj-lt"/>
              <a:buAutoNum type="arabicPeriod"/>
              <a:defRPr sz="2400">
                <a:solidFill>
                  <a:schemeClr val="tx1">
                    <a:lumMod val="50000"/>
                    <a:lumOff val="50000"/>
                  </a:schemeClr>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tx1">
                    <a:lumMod val="50000"/>
                    <a:lumOff val="50000"/>
                  </a:schemeClr>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13" name="Title 1">
            <a:extLst>
              <a:ext uri="{FF2B5EF4-FFF2-40B4-BE49-F238E27FC236}">
                <a16:creationId xmlns:a16="http://schemas.microsoft.com/office/drawing/2014/main" id="{E3932FE3-F1D5-2245-8974-1F3F9EDF2F16}"/>
              </a:ext>
            </a:extLst>
          </p:cNvPr>
          <p:cNvSpPr>
            <a:spLocks noGrp="1"/>
          </p:cNvSpPr>
          <p:nvPr>
            <p:ph type="title" hasCustomPrompt="1"/>
          </p:nvPr>
        </p:nvSpPr>
        <p:spPr bwMode="gray">
          <a:xfrm>
            <a:off x="695400" y="395786"/>
            <a:ext cx="6211927" cy="838202"/>
          </a:xfrm>
          <a:prstGeom prst="rect">
            <a:avLst/>
          </a:prstGeom>
        </p:spPr>
        <p:txBody>
          <a:bodyPr anchor="ctr" anchorCtr="0">
            <a:noAutofit/>
          </a:bodyPr>
          <a:lstStyle>
            <a:lvl1pPr>
              <a:defRPr sz="2800" cap="all" spc="0" baseline="0">
                <a:solidFill>
                  <a:schemeClr val="tx1">
                    <a:lumMod val="50000"/>
                    <a:lumOff val="50000"/>
                  </a:schemeClr>
                </a:solidFill>
                <a:latin typeface="Roboto Medium" pitchFamily="2" charset="0"/>
                <a:ea typeface="Roboto Medium" pitchFamily="2" charset="0"/>
                <a:cs typeface="Roboto Medium" pitchFamily="2" charset="0"/>
              </a:defRPr>
            </a:lvl1pPr>
          </a:lstStyle>
          <a:p>
            <a:r>
              <a:rPr lang="en-US" dirty="0"/>
              <a:t>Agenda (Two Columns)</a:t>
            </a:r>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1241344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Black">
    <p:bg bwMode="gray">
      <p:bgPr>
        <a:solidFill>
          <a:schemeClr val="bg1"/>
        </a:solidFill>
        <a:effectLst/>
      </p:bgPr>
    </p:bg>
    <p:spTree>
      <p:nvGrpSpPr>
        <p:cNvPr id="1" name=""/>
        <p:cNvGrpSpPr/>
        <p:nvPr/>
      </p:nvGrpSpPr>
      <p:grpSpPr>
        <a:xfrm>
          <a:off x="0" y="0"/>
          <a:ext cx="0" cy="0"/>
          <a:chOff x="0" y="0"/>
          <a:chExt cx="0" cy="0"/>
        </a:xfrm>
      </p:grpSpPr>
      <p:pic>
        <p:nvPicPr>
          <p:cNvPr id="4098" name="Picture 2" descr="C:\Users\Admin\Downloads\ilovepdf_pages-to-jpg (4)\RU_PPT Template-Grey Blank (1)_page-0002.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7" name="Title 1">
            <a:extLst>
              <a:ext uri="{FF2B5EF4-FFF2-40B4-BE49-F238E27FC236}">
                <a16:creationId xmlns:a16="http://schemas.microsoft.com/office/drawing/2014/main" id="{8C57D2F1-AB6B-D646-B596-57C131E95FB4}"/>
              </a:ext>
            </a:extLst>
          </p:cNvPr>
          <p:cNvSpPr>
            <a:spLocks noGrp="1"/>
          </p:cNvSpPr>
          <p:nvPr>
            <p:ph type="title" hasCustomPrompt="1"/>
          </p:nvPr>
        </p:nvSpPr>
        <p:spPr bwMode="gray">
          <a:xfrm>
            <a:off x="2514600" y="2363699"/>
            <a:ext cx="9220200" cy="1325563"/>
          </a:xfrm>
          <a:prstGeom prst="rect">
            <a:avLst/>
          </a:prstGeom>
        </p:spPr>
        <p:txBody>
          <a:bodyPr anchor="ctr"/>
          <a:lstStyle>
            <a:lvl1pPr>
              <a:defRPr sz="7800" b="0" i="0" spc="0">
                <a:solidFill>
                  <a:srgbClr val="FF6600"/>
                </a:solidFill>
                <a:latin typeface="Roboto Medium" pitchFamily="2" charset="0"/>
                <a:ea typeface="Roboto Medium" pitchFamily="2" charset="0"/>
                <a:cs typeface="Roboto Medium" pitchFamily="2" charset="0"/>
              </a:defRPr>
            </a:lvl1pPr>
          </a:lstStyle>
          <a:p>
            <a:r>
              <a:rPr lang="en-US" dirty="0"/>
              <a:t>TITLE PAGE</a:t>
            </a:r>
            <a:endParaRPr lang="en-NZ" dirty="0"/>
          </a:p>
        </p:txBody>
      </p:sp>
      <p:sp>
        <p:nvSpPr>
          <p:cNvPr id="10" name="Text Placeholder 5">
            <a:extLst>
              <a:ext uri="{FF2B5EF4-FFF2-40B4-BE49-F238E27FC236}">
                <a16:creationId xmlns:a16="http://schemas.microsoft.com/office/drawing/2014/main" id="{AD0D9561-E154-7543-8D06-7AF9B72F9B8B}"/>
              </a:ext>
            </a:extLst>
          </p:cNvPr>
          <p:cNvSpPr>
            <a:spLocks noGrp="1"/>
          </p:cNvSpPr>
          <p:nvPr>
            <p:ph type="body" sz="quarter" idx="11" hasCustomPrompt="1"/>
          </p:nvPr>
        </p:nvSpPr>
        <p:spPr bwMode="gray">
          <a:xfrm>
            <a:off x="2518979" y="3796320"/>
            <a:ext cx="5923490" cy="40798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2500" kern="1200" spc="400" baseline="0">
                <a:solidFill>
                  <a:schemeClr val="bg1"/>
                </a:solidFill>
                <a:latin typeface="Roboto Medium" pitchFamily="2" charset="0"/>
                <a:ea typeface="Roboto Medium" pitchFamily="2" charset="0"/>
                <a:cs typeface="Roboto Medium"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a:t>
            </a:r>
          </a:p>
        </p:txBody>
      </p:sp>
      <p:pic>
        <p:nvPicPr>
          <p:cNvPr id="11" name="Picture 2" descr="C:\Users\Admin\Downloads\REVA LOGO2.png"/>
          <p:cNvPicPr>
            <a:picLocks noChangeAspect="1" noChangeArrowheads="1"/>
          </p:cNvPicPr>
          <p:nvPr userDrawn="1"/>
        </p:nvPicPr>
        <p:blipFill>
          <a:blip r:embed="rId3" cstate="print"/>
          <a:srcRect r="76596" b="15988"/>
          <a:stretch>
            <a:fillRect/>
          </a:stretch>
        </p:blipFill>
        <p:spPr bwMode="auto">
          <a:xfrm>
            <a:off x="152400" y="152400"/>
            <a:ext cx="685800" cy="685800"/>
          </a:xfrm>
          <a:prstGeom prst="rect">
            <a:avLst/>
          </a:prstGeom>
          <a:noFill/>
        </p:spPr>
      </p:pic>
    </p:spTree>
    <p:extLst>
      <p:ext uri="{BB962C8B-B14F-4D97-AF65-F5344CB8AC3E}">
        <p14:creationId xmlns:p14="http://schemas.microsoft.com/office/powerpoint/2010/main" val="4131591702"/>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White">
    <p:bg bwMode="gray">
      <p:bgPr>
        <a:solidFill>
          <a:schemeClr val="bg1"/>
        </a:solidFill>
        <a:effectLst/>
      </p:bgPr>
    </p:bg>
    <p:spTree>
      <p:nvGrpSpPr>
        <p:cNvPr id="1" name=""/>
        <p:cNvGrpSpPr/>
        <p:nvPr/>
      </p:nvGrpSpPr>
      <p:grpSpPr>
        <a:xfrm>
          <a:off x="0" y="0"/>
          <a:ext cx="0" cy="0"/>
          <a:chOff x="0" y="0"/>
          <a:chExt cx="0" cy="0"/>
        </a:xfrm>
      </p:grpSpPr>
      <p:pic>
        <p:nvPicPr>
          <p:cNvPr id="5122" name="Picture 2" descr="C:\Users\Admin\Downloads\ilovepdf_pages-to-jpg (3)\RU_PPT Template-White Blank (1)_page-0002.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1" name="Title 1">
            <a:extLst>
              <a:ext uri="{FF2B5EF4-FFF2-40B4-BE49-F238E27FC236}">
                <a16:creationId xmlns:a16="http://schemas.microsoft.com/office/drawing/2014/main" id="{8C57D2F1-AB6B-D646-B596-57C131E95FB4}"/>
              </a:ext>
            </a:extLst>
          </p:cNvPr>
          <p:cNvSpPr>
            <a:spLocks noGrp="1"/>
          </p:cNvSpPr>
          <p:nvPr>
            <p:ph type="title" hasCustomPrompt="1"/>
          </p:nvPr>
        </p:nvSpPr>
        <p:spPr bwMode="gray">
          <a:xfrm>
            <a:off x="2514600" y="2363699"/>
            <a:ext cx="9220200" cy="1325563"/>
          </a:xfrm>
          <a:prstGeom prst="rect">
            <a:avLst/>
          </a:prstGeom>
        </p:spPr>
        <p:txBody>
          <a:bodyPr anchor="ctr"/>
          <a:lstStyle>
            <a:lvl1pPr>
              <a:defRPr sz="7800" b="0" i="0" spc="0">
                <a:solidFill>
                  <a:srgbClr val="FF6600"/>
                </a:solidFill>
                <a:latin typeface="Roboto Medium" pitchFamily="2" charset="0"/>
                <a:ea typeface="Roboto Medium" pitchFamily="2" charset="0"/>
                <a:cs typeface="Roboto Medium" pitchFamily="2" charset="0"/>
              </a:defRPr>
            </a:lvl1pPr>
          </a:lstStyle>
          <a:p>
            <a:r>
              <a:rPr lang="en-US" dirty="0"/>
              <a:t>TITLE PAGE</a:t>
            </a:r>
            <a:endParaRPr lang="en-NZ" dirty="0"/>
          </a:p>
        </p:txBody>
      </p:sp>
      <p:sp>
        <p:nvSpPr>
          <p:cNvPr id="12" name="Text Placeholder 5">
            <a:extLst>
              <a:ext uri="{FF2B5EF4-FFF2-40B4-BE49-F238E27FC236}">
                <a16:creationId xmlns:a16="http://schemas.microsoft.com/office/drawing/2014/main" id="{AD0D9561-E154-7543-8D06-7AF9B72F9B8B}"/>
              </a:ext>
            </a:extLst>
          </p:cNvPr>
          <p:cNvSpPr>
            <a:spLocks noGrp="1"/>
          </p:cNvSpPr>
          <p:nvPr>
            <p:ph type="body" sz="quarter" idx="11" hasCustomPrompt="1"/>
          </p:nvPr>
        </p:nvSpPr>
        <p:spPr bwMode="gray">
          <a:xfrm>
            <a:off x="2518979" y="3796320"/>
            <a:ext cx="5923490" cy="40798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2500" kern="1200" spc="400" baseline="0">
                <a:solidFill>
                  <a:srgbClr val="A5A5A5"/>
                </a:solidFill>
                <a:latin typeface="Roboto Medium" pitchFamily="2" charset="0"/>
                <a:ea typeface="Roboto Medium" pitchFamily="2" charset="0"/>
                <a:cs typeface="Roboto Medium"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a:t>
            </a:r>
          </a:p>
        </p:txBody>
      </p:sp>
      <p:pic>
        <p:nvPicPr>
          <p:cNvPr id="14" name="Picture 3" descr="C:\Users\Admin\Downloads\1-05.png"/>
          <p:cNvPicPr>
            <a:picLocks noChangeAspect="1" noChangeArrowheads="1"/>
          </p:cNvPicPr>
          <p:nvPr userDrawn="1"/>
        </p:nvPicPr>
        <p:blipFill>
          <a:blip r:embed="rId3"/>
          <a:srcRect r="73063"/>
          <a:stretch>
            <a:fillRect/>
          </a:stretch>
        </p:blipFill>
        <p:spPr bwMode="auto">
          <a:xfrm>
            <a:off x="-54605" y="-381001"/>
            <a:ext cx="955557" cy="1711183"/>
          </a:xfrm>
          <a:prstGeom prst="rect">
            <a:avLst/>
          </a:prstGeom>
          <a:noFill/>
        </p:spPr>
      </p:pic>
    </p:spTree>
    <p:extLst>
      <p:ext uri="{BB962C8B-B14F-4D97-AF65-F5344CB8AC3E}">
        <p14:creationId xmlns:p14="http://schemas.microsoft.com/office/powerpoint/2010/main" val="2731359464"/>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Divider White">
    <p:bg bwMode="gray">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C57D2F1-AB6B-D646-B596-57C131E95FB4}"/>
              </a:ext>
            </a:extLst>
          </p:cNvPr>
          <p:cNvSpPr>
            <a:spLocks noGrp="1"/>
          </p:cNvSpPr>
          <p:nvPr>
            <p:ph type="title" hasCustomPrompt="1"/>
          </p:nvPr>
        </p:nvSpPr>
        <p:spPr bwMode="gray">
          <a:xfrm>
            <a:off x="2514600" y="2363699"/>
            <a:ext cx="7772400" cy="1325563"/>
          </a:xfrm>
          <a:prstGeom prst="rect">
            <a:avLst/>
          </a:prstGeom>
        </p:spPr>
        <p:txBody>
          <a:bodyPr anchor="ctr"/>
          <a:lstStyle>
            <a:lvl1pPr>
              <a:defRPr sz="7800" b="0" i="0" spc="0">
                <a:solidFill>
                  <a:srgbClr val="FF6600"/>
                </a:solidFill>
                <a:latin typeface="Roboto Medium" pitchFamily="2" charset="0"/>
                <a:ea typeface="Roboto Medium" pitchFamily="2" charset="0"/>
                <a:cs typeface="Roboto Medium" pitchFamily="2" charset="0"/>
              </a:defRPr>
            </a:lvl1pPr>
          </a:lstStyle>
          <a:p>
            <a:r>
              <a:rPr lang="en-US" dirty="0"/>
              <a:t>TITLE PAGE</a:t>
            </a:r>
            <a:endParaRPr lang="en-NZ" dirty="0"/>
          </a:p>
        </p:txBody>
      </p:sp>
      <p:sp>
        <p:nvSpPr>
          <p:cNvPr id="11" name="Picture Placeholder 2">
            <a:extLst>
              <a:ext uri="{FF2B5EF4-FFF2-40B4-BE49-F238E27FC236}">
                <a16:creationId xmlns:a16="http://schemas.microsoft.com/office/drawing/2014/main" id="{DDAC6C2B-8407-D64F-820D-E7CF746EE15D}"/>
              </a:ext>
            </a:extLst>
          </p:cNvPr>
          <p:cNvSpPr>
            <a:spLocks noGrp="1"/>
          </p:cNvSpPr>
          <p:nvPr>
            <p:ph type="pic" sz="quarter" idx="15"/>
          </p:nvPr>
        </p:nvSpPr>
        <p:spPr>
          <a:xfrm>
            <a:off x="0" y="0"/>
            <a:ext cx="12192000" cy="6858000"/>
          </a:xfrm>
          <a:prstGeom prst="rect">
            <a:avLst/>
          </a:prstGeom>
        </p:spPr>
        <p:txBody>
          <a:bodyPr/>
          <a:lstStyle>
            <a:lvl1pPr>
              <a:defRPr>
                <a:latin typeface="Nobel-Book" panose="02000503040000020004" pitchFamily="2" charset="0"/>
              </a:defRPr>
            </a:lvl1pPr>
          </a:lstStyle>
          <a:p>
            <a:endParaRPr lang="en-US" dirty="0"/>
          </a:p>
        </p:txBody>
      </p:sp>
      <p:pic>
        <p:nvPicPr>
          <p:cNvPr id="8" name="Picture 7">
            <a:extLst>
              <a:ext uri="{FF2B5EF4-FFF2-40B4-BE49-F238E27FC236}">
                <a16:creationId xmlns:a16="http://schemas.microsoft.com/office/drawing/2014/main" id="{FF1A0E79-2BC7-C74E-A6C5-1646C3E49F5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15352" y="6384910"/>
            <a:ext cx="812480" cy="142503"/>
          </a:xfrm>
          <a:prstGeom prst="rect">
            <a:avLst/>
          </a:prstGeom>
        </p:spPr>
      </p:pic>
      <p:sp>
        <p:nvSpPr>
          <p:cNvPr id="14" name="Text Placeholder 5">
            <a:extLst>
              <a:ext uri="{FF2B5EF4-FFF2-40B4-BE49-F238E27FC236}">
                <a16:creationId xmlns:a16="http://schemas.microsoft.com/office/drawing/2014/main" id="{AD0D9561-E154-7543-8D06-7AF9B72F9B8B}"/>
              </a:ext>
            </a:extLst>
          </p:cNvPr>
          <p:cNvSpPr>
            <a:spLocks noGrp="1"/>
          </p:cNvSpPr>
          <p:nvPr>
            <p:ph type="body" sz="quarter" idx="11" hasCustomPrompt="1"/>
          </p:nvPr>
        </p:nvSpPr>
        <p:spPr bwMode="gray">
          <a:xfrm>
            <a:off x="2518979" y="3796320"/>
            <a:ext cx="5923490" cy="40798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2500" kern="1200" spc="400" baseline="0">
                <a:solidFill>
                  <a:srgbClr val="A5A5A5"/>
                </a:solidFill>
                <a:latin typeface="Roboto Medium" pitchFamily="2" charset="0"/>
                <a:ea typeface="Roboto Medium" pitchFamily="2" charset="0"/>
                <a:cs typeface="Roboto Medium"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a:t>
            </a:r>
          </a:p>
        </p:txBody>
      </p:sp>
      <p:pic>
        <p:nvPicPr>
          <p:cNvPr id="15" name="Picture 2" descr="C:\Users\Admin\Downloads\REVA LOGO2.png"/>
          <p:cNvPicPr>
            <a:picLocks noChangeAspect="1" noChangeArrowheads="1"/>
          </p:cNvPicPr>
          <p:nvPr userDrawn="1"/>
        </p:nvPicPr>
        <p:blipFill>
          <a:blip r:embed="rId3" cstate="print"/>
          <a:srcRect r="76596" b="15988"/>
          <a:stretch>
            <a:fillRect/>
          </a:stretch>
        </p:blipFill>
        <p:spPr bwMode="auto">
          <a:xfrm>
            <a:off x="152400" y="152400"/>
            <a:ext cx="685800" cy="685800"/>
          </a:xfrm>
          <a:prstGeom prst="rect">
            <a:avLst/>
          </a:prstGeom>
          <a:noFill/>
        </p:spPr>
      </p:pic>
    </p:spTree>
    <p:extLst>
      <p:ext uri="{BB962C8B-B14F-4D97-AF65-F5344CB8AC3E}">
        <p14:creationId xmlns:p14="http://schemas.microsoft.com/office/powerpoint/2010/main" val="1173274083"/>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Agenda White">
  <p:cSld name="Agenda White">
    <p:bg>
      <p:bgPr>
        <a:solidFill>
          <a:schemeClr val="lt1"/>
        </a:solidFill>
        <a:effectLst/>
      </p:bgPr>
    </p:bg>
    <p:spTree>
      <p:nvGrpSpPr>
        <p:cNvPr id="1" name="Shape 27"/>
        <p:cNvGrpSpPr/>
        <p:nvPr/>
      </p:nvGrpSpPr>
      <p:grpSpPr>
        <a:xfrm>
          <a:off x="0" y="0"/>
          <a:ext cx="0" cy="0"/>
          <a:chOff x="0" y="0"/>
          <a:chExt cx="0" cy="0"/>
        </a:xfrm>
      </p:grpSpPr>
      <p:pic>
        <p:nvPicPr>
          <p:cNvPr id="28" name="Google Shape;28;p3" descr="C:\Users\Admin\Downloads\ilovepdf_pages-to-jpg (3)\RU_PPT Template-White Blank (1)_page-0003.jpg"/>
          <p:cNvPicPr preferRelativeResize="0"/>
          <p:nvPr/>
        </p:nvPicPr>
        <p:blipFill rotWithShape="1">
          <a:blip r:embed="rId2">
            <a:alphaModFix/>
          </a:blip>
          <a:srcRect/>
          <a:stretch/>
        </p:blipFill>
        <p:spPr>
          <a:xfrm>
            <a:off x="0" y="0"/>
            <a:ext cx="12192000" cy="6857330"/>
          </a:xfrm>
          <a:prstGeom prst="rect">
            <a:avLst/>
          </a:prstGeom>
          <a:noFill/>
          <a:ln>
            <a:noFill/>
          </a:ln>
        </p:spPr>
      </p:pic>
      <p:sp>
        <p:nvSpPr>
          <p:cNvPr id="29" name="Google Shape;29;p3"/>
          <p:cNvSpPr txBox="1">
            <a:spLocks noGrp="1"/>
          </p:cNvSpPr>
          <p:nvPr>
            <p:ph type="sldNum" idx="12"/>
          </p:nvPr>
        </p:nvSpPr>
        <p:spPr>
          <a:xfrm>
            <a:off x="11367146" y="6096000"/>
            <a:ext cx="596254" cy="365125"/>
          </a:xfrm>
          <a:prstGeom prst="rect">
            <a:avLst/>
          </a:prstGeom>
          <a:noFill/>
          <a:ln>
            <a:noFill/>
          </a:ln>
        </p:spPr>
        <p:txBody>
          <a:bodyPr spcFirstLastPara="1" wrap="square" lIns="91425" tIns="45700" rIns="91425" bIns="45700" anchor="ctr" anchorCtr="0">
            <a:noAutofit/>
          </a:bodyPr>
          <a:lstStyle>
            <a:lvl1pPr marL="0" marR="0" lvl="0"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1pPr>
            <a:lvl2pPr marL="0" marR="0" lvl="1"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2pPr>
            <a:lvl3pPr marL="0" marR="0" lvl="2"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3pPr>
            <a:lvl4pPr marL="0" marR="0" lvl="3"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4pPr>
            <a:lvl5pPr marL="0" marR="0" lvl="4"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5pPr>
            <a:lvl6pPr marL="0" marR="0" lvl="5"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6pPr>
            <a:lvl7pPr marL="0" marR="0" lvl="6"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7pPr>
            <a:lvl8pPr marL="0" marR="0" lvl="7"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8pPr>
            <a:lvl9pPr marL="0" marR="0" lvl="8"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9pPr>
          </a:lstStyle>
          <a:p>
            <a:pPr marL="0" lvl="0" indent="0" algn="ctr" rtl="0">
              <a:spcBef>
                <a:spcPts val="0"/>
              </a:spcBef>
              <a:spcAft>
                <a:spcPts val="0"/>
              </a:spcAft>
              <a:buNone/>
            </a:pPr>
            <a:fld id="{00000000-1234-1234-1234-123412341234}" type="slidenum">
              <a:rPr lang="en-US"/>
              <a:t>‹#›</a:t>
            </a:fld>
            <a:endParaRPr/>
          </a:p>
        </p:txBody>
      </p:sp>
      <p:sp>
        <p:nvSpPr>
          <p:cNvPr id="30" name="Google Shape;30;p3"/>
          <p:cNvSpPr txBox="1">
            <a:spLocks noGrp="1"/>
          </p:cNvSpPr>
          <p:nvPr>
            <p:ph type="title"/>
          </p:nvPr>
        </p:nvSpPr>
        <p:spPr>
          <a:xfrm>
            <a:off x="695400" y="395786"/>
            <a:ext cx="6211927" cy="838202"/>
          </a:xfrm>
          <a:prstGeom prst="rect">
            <a:avLst/>
          </a:prstGeom>
          <a:noFill/>
          <a:ln>
            <a:noFill/>
          </a:ln>
        </p:spPr>
        <p:txBody>
          <a:bodyPr spcFirstLastPara="1" wrap="square" lIns="91425" tIns="45700" rIns="91425" bIns="45700" anchor="ctr" anchorCtr="0">
            <a:noAutofit/>
          </a:bodyPr>
          <a:lstStyle>
            <a:lvl1pPr marR="0" lvl="0" algn="l">
              <a:lnSpc>
                <a:spcPct val="90000"/>
              </a:lnSpc>
              <a:spcBef>
                <a:spcPts val="0"/>
              </a:spcBef>
              <a:spcAft>
                <a:spcPts val="0"/>
              </a:spcAft>
              <a:buClr>
                <a:srgbClr val="7F7F7F"/>
              </a:buClr>
              <a:buSzPts val="2800"/>
              <a:buFont typeface="Roboto Medium"/>
              <a:buNone/>
              <a:defRPr sz="2800" b="0" i="0" u="none" strike="noStrike" cap="none">
                <a:solidFill>
                  <a:srgbClr val="7F7F7F"/>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1" name="Google Shape;31;p3"/>
          <p:cNvSpPr txBox="1">
            <a:spLocks noGrp="1"/>
          </p:cNvSpPr>
          <p:nvPr>
            <p:ph type="body" idx="1"/>
          </p:nvPr>
        </p:nvSpPr>
        <p:spPr>
          <a:xfrm>
            <a:off x="695400" y="1773936"/>
            <a:ext cx="10801201" cy="4320480"/>
          </a:xfrm>
          <a:prstGeom prst="rect">
            <a:avLst/>
          </a:prstGeom>
          <a:noFill/>
          <a:ln>
            <a:noFill/>
          </a:ln>
        </p:spPr>
        <p:txBody>
          <a:bodyPr spcFirstLastPara="1" wrap="square" lIns="91425" tIns="45700" rIns="91425" bIns="45700" anchor="t" anchorCtr="0">
            <a:noAutofit/>
          </a:bodyPr>
          <a:lstStyle>
            <a:lvl1pPr marL="457200" marR="0" lvl="0" indent="-381000" algn="l">
              <a:lnSpc>
                <a:spcPct val="90000"/>
              </a:lnSpc>
              <a:spcBef>
                <a:spcPts val="0"/>
              </a:spcBef>
              <a:spcAft>
                <a:spcPts val="0"/>
              </a:spcAft>
              <a:buClr>
                <a:srgbClr val="7F7F7F"/>
              </a:buClr>
              <a:buSzPts val="2400"/>
              <a:buFont typeface="Arial"/>
              <a:buAutoNum type="arabicPeriod"/>
              <a:defRPr sz="2400" b="0" i="0" u="none" strike="noStrike" cap="none">
                <a:solidFill>
                  <a:srgbClr val="7F7F7F"/>
                </a:solidFill>
                <a:latin typeface="Roboto Medium"/>
                <a:ea typeface="Roboto Medium"/>
                <a:cs typeface="Roboto Medium"/>
                <a:sym typeface="Roboto Medium"/>
              </a:defRPr>
            </a:lvl1pPr>
            <a:lvl2pPr marL="914400" marR="0" lvl="1" indent="-381000" algn="l">
              <a:lnSpc>
                <a:spcPct val="90000"/>
              </a:lnSpc>
              <a:spcBef>
                <a:spcPts val="1400"/>
              </a:spcBef>
              <a:spcAft>
                <a:spcPts val="0"/>
              </a:spcAft>
              <a:buClr>
                <a:srgbClr val="7F7F7F"/>
              </a:buClr>
              <a:buSzPts val="2400"/>
              <a:buFont typeface="Arial"/>
              <a:buAutoNum type="arabicPeriod"/>
              <a:defRPr sz="2400" b="0" i="0" u="none" strike="noStrike" cap="none">
                <a:solidFill>
                  <a:srgbClr val="7F7F7F"/>
                </a:solidFill>
                <a:latin typeface="Roboto Medium"/>
                <a:ea typeface="Roboto Medium"/>
                <a:cs typeface="Roboto Medium"/>
                <a:sym typeface="Roboto Medium"/>
              </a:defRPr>
            </a:lvl2pPr>
            <a:lvl3pPr marL="1371600" marR="0" lvl="2" indent="-228600" algn="l">
              <a:lnSpc>
                <a:spcPct val="90000"/>
              </a:lnSpc>
              <a:spcBef>
                <a:spcPts val="1400"/>
              </a:spcBef>
              <a:spcAft>
                <a:spcPts val="0"/>
              </a:spcAft>
              <a:buClr>
                <a:schemeClr val="lt1"/>
              </a:buClr>
              <a:buSzPts val="2000"/>
              <a:buFont typeface="Arial"/>
              <a:buNone/>
              <a:defRPr sz="2000" b="0" i="0" u="none" strike="noStrike" cap="none">
                <a:solidFill>
                  <a:schemeClr val="lt1"/>
                </a:solidFill>
                <a:latin typeface="Arial"/>
                <a:ea typeface="Arial"/>
                <a:cs typeface="Arial"/>
                <a:sym typeface="Arial"/>
              </a:defRPr>
            </a:lvl3pPr>
            <a:lvl4pPr marL="1828800" marR="0" lvl="3" indent="-228600" algn="l">
              <a:lnSpc>
                <a:spcPct val="90000"/>
              </a:lnSpc>
              <a:spcBef>
                <a:spcPts val="14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4pPr>
            <a:lvl5pPr marL="2286000" marR="0" lvl="4" indent="-228600" algn="l">
              <a:lnSpc>
                <a:spcPct val="90000"/>
              </a:lnSpc>
              <a:spcBef>
                <a:spcPts val="14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5pPr>
            <a:lvl6pPr marL="2743200" marR="0" lvl="5" indent="-342900" algn="l">
              <a:lnSpc>
                <a:spcPct val="90000"/>
              </a:lnSpc>
              <a:spcBef>
                <a:spcPts val="1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0751344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edia / Video Slide Black">
    <p:bg bwMode="gray">
      <p:bgPr>
        <a:solidFill>
          <a:schemeClr val="bg1"/>
        </a:solidFill>
        <a:effectLst/>
      </p:bgPr>
    </p:bg>
    <p:spTree>
      <p:nvGrpSpPr>
        <p:cNvPr id="1" name=""/>
        <p:cNvGrpSpPr/>
        <p:nvPr/>
      </p:nvGrpSpPr>
      <p:grpSpPr>
        <a:xfrm>
          <a:off x="0" y="0"/>
          <a:ext cx="0" cy="0"/>
          <a:chOff x="0" y="0"/>
          <a:chExt cx="0" cy="0"/>
        </a:xfrm>
      </p:grpSpPr>
      <p:pic>
        <p:nvPicPr>
          <p:cNvPr id="6146" name="Picture 2" descr="C:\Users\Admin\Downloads\ilovepdf_pages-to-jpg (3)\RU_PPT Template-White Blank (1)_page-0004.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60960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Media/Video Page</a:t>
            </a:r>
          </a:p>
        </p:txBody>
      </p:sp>
      <p:sp>
        <p:nvSpPr>
          <p:cNvPr id="4" name="Media Placeholder 3">
            <a:extLst>
              <a:ext uri="{FF2B5EF4-FFF2-40B4-BE49-F238E27FC236}">
                <a16:creationId xmlns:a16="http://schemas.microsoft.com/office/drawing/2014/main" id="{9B10B4EE-A653-1D4B-98CF-698451C180B3}"/>
              </a:ext>
            </a:extLst>
          </p:cNvPr>
          <p:cNvSpPr>
            <a:spLocks noGrp="1"/>
          </p:cNvSpPr>
          <p:nvPr>
            <p:ph type="media" sz="quarter" idx="20" hasCustomPrompt="1"/>
          </p:nvPr>
        </p:nvSpPr>
        <p:spPr>
          <a:xfrm>
            <a:off x="623888" y="1412875"/>
            <a:ext cx="11088687" cy="445452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solidFill>
                  <a:srgbClr val="A5A5A5"/>
                </a:solidFill>
                <a:latin typeface="Roboto Medium" pitchFamily="2" charset="0"/>
                <a:ea typeface="Roboto Medium" pitchFamily="2" charset="0"/>
                <a:cs typeface="Roboto Medium" pitchFamily="2"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Click Icon to add video</a:t>
            </a:r>
          </a:p>
          <a:p>
            <a:endParaRPr lang="en-US" dirty="0"/>
          </a:p>
        </p:txBody>
      </p:sp>
      <p:sp>
        <p:nvSpPr>
          <p:cNvPr id="8"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2340624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edia / Video Slide White">
    <p:bg bwMode="gray">
      <p:bgPr>
        <a:solidFill>
          <a:schemeClr val="bg1"/>
        </a:solidFill>
        <a:effectLst/>
      </p:bgPr>
    </p:bg>
    <p:spTree>
      <p:nvGrpSpPr>
        <p:cNvPr id="1" name=""/>
        <p:cNvGrpSpPr/>
        <p:nvPr/>
      </p:nvGrpSpPr>
      <p:grpSpPr>
        <a:xfrm>
          <a:off x="0" y="0"/>
          <a:ext cx="0" cy="0"/>
          <a:chOff x="0" y="0"/>
          <a:chExt cx="0" cy="0"/>
        </a:xfrm>
      </p:grpSpPr>
      <p:pic>
        <p:nvPicPr>
          <p:cNvPr id="7170" name="Picture 2" descr="C:\Users\Admin\Downloads\ilovepdf_pages-to-jpg (4)\RU_PPT Template-Grey Blank (1)_page-0004.jpg"/>
          <p:cNvPicPr>
            <a:picLocks noChangeAspect="1" noChangeArrowheads="1"/>
          </p:cNvPicPr>
          <p:nvPr userDrawn="1"/>
        </p:nvPicPr>
        <p:blipFill>
          <a:blip r:embed="rId2"/>
          <a:srcRect/>
          <a:stretch>
            <a:fillRect/>
          </a:stretch>
        </p:blipFill>
        <p:spPr bwMode="auto">
          <a:xfrm>
            <a:off x="-1" y="-1"/>
            <a:ext cx="12193193" cy="6858001"/>
          </a:xfrm>
          <a:prstGeom prst="rect">
            <a:avLst/>
          </a:prstGeom>
          <a:noFill/>
        </p:spPr>
      </p:pic>
      <p:sp>
        <p:nvSpPr>
          <p:cNvPr id="9"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60960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Media/Video Page</a:t>
            </a:r>
          </a:p>
        </p:txBody>
      </p:sp>
      <p:sp>
        <p:nvSpPr>
          <p:cNvPr id="13" name="Media Placeholder 3">
            <a:extLst>
              <a:ext uri="{FF2B5EF4-FFF2-40B4-BE49-F238E27FC236}">
                <a16:creationId xmlns:a16="http://schemas.microsoft.com/office/drawing/2014/main" id="{9B10B4EE-A653-1D4B-98CF-698451C180B3}"/>
              </a:ext>
            </a:extLst>
          </p:cNvPr>
          <p:cNvSpPr>
            <a:spLocks noGrp="1"/>
          </p:cNvSpPr>
          <p:nvPr>
            <p:ph type="media" sz="quarter" idx="20" hasCustomPrompt="1"/>
          </p:nvPr>
        </p:nvSpPr>
        <p:spPr>
          <a:xfrm>
            <a:off x="623888" y="1412875"/>
            <a:ext cx="11088687" cy="445452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solidFill>
                  <a:schemeClr val="bg1"/>
                </a:solidFill>
                <a:latin typeface="Roboto Medium" pitchFamily="2" charset="0"/>
                <a:ea typeface="Roboto Medium" pitchFamily="2" charset="0"/>
                <a:cs typeface="Roboto Medium" pitchFamily="2"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Click Icon to add video</a:t>
            </a:r>
          </a:p>
          <a:p>
            <a:endParaRPr lang="en-US" dirty="0"/>
          </a:p>
        </p:txBody>
      </p:sp>
      <p:sp>
        <p:nvSpPr>
          <p:cNvPr id="15"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3477560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Media / Video Slide Black">
    <p:bg bwMode="gray">
      <p:bgPr>
        <a:solidFill>
          <a:schemeClr val="bg1"/>
        </a:solidFill>
        <a:effectLst/>
      </p:bgPr>
    </p:bg>
    <p:spTree>
      <p:nvGrpSpPr>
        <p:cNvPr id="1" name=""/>
        <p:cNvGrpSpPr/>
        <p:nvPr/>
      </p:nvGrpSpPr>
      <p:grpSpPr>
        <a:xfrm>
          <a:off x="0" y="0"/>
          <a:ext cx="0" cy="0"/>
          <a:chOff x="0" y="0"/>
          <a:chExt cx="0" cy="0"/>
        </a:xfrm>
      </p:grpSpPr>
      <p:pic>
        <p:nvPicPr>
          <p:cNvPr id="6146" name="Picture 2" descr="C:\Users\Admin\Downloads\ilovepdf_pages-to-jpg (3)\RU_PPT Template-White Blank (1)_page-0004.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60960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Media/Video Page</a:t>
            </a:r>
          </a:p>
        </p:txBody>
      </p:sp>
      <p:sp>
        <p:nvSpPr>
          <p:cNvPr id="8"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
        <p:nvSpPr>
          <p:cNvPr id="13" name="Picture Placeholder 12"/>
          <p:cNvSpPr>
            <a:spLocks noGrp="1"/>
          </p:cNvSpPr>
          <p:nvPr>
            <p:ph type="pic" sz="quarter" idx="15" hasCustomPrompt="1"/>
          </p:nvPr>
        </p:nvSpPr>
        <p:spPr>
          <a:xfrm>
            <a:off x="609600" y="1447800"/>
            <a:ext cx="5257800" cy="4038600"/>
          </a:xfrm>
          <a:prstGeom prst="rect">
            <a:avLst/>
          </a:prstGeom>
        </p:spPr>
        <p:txBody>
          <a:bodyPr/>
          <a:lstStyle>
            <a:lvl1pPr>
              <a:defRPr baseline="0">
                <a:solidFill>
                  <a:schemeClr val="tx1"/>
                </a:solidFill>
                <a:latin typeface="Roboto Medium" pitchFamily="2" charset="0"/>
                <a:ea typeface="Roboto Medium" pitchFamily="2" charset="0"/>
              </a:defRPr>
            </a:lvl1pPr>
          </a:lstStyle>
          <a:p>
            <a:r>
              <a:rPr lang="en-US" dirty="0"/>
              <a:t>Click icon to add image</a:t>
            </a:r>
          </a:p>
        </p:txBody>
      </p:sp>
      <p:sp>
        <p:nvSpPr>
          <p:cNvPr id="14" name="Picture Placeholder 12"/>
          <p:cNvSpPr>
            <a:spLocks noGrp="1"/>
          </p:cNvSpPr>
          <p:nvPr>
            <p:ph type="pic" sz="quarter" idx="16" hasCustomPrompt="1"/>
          </p:nvPr>
        </p:nvSpPr>
        <p:spPr>
          <a:xfrm>
            <a:off x="6019800" y="1447800"/>
            <a:ext cx="5257800" cy="4038600"/>
          </a:xfrm>
          <a:prstGeom prst="rect">
            <a:avLst/>
          </a:prstGeom>
        </p:spPr>
        <p:txBody>
          <a:bodyPr/>
          <a:lstStyle>
            <a:lvl1pPr>
              <a:defRPr>
                <a:solidFill>
                  <a:schemeClr val="tx1"/>
                </a:solidFill>
                <a:latin typeface="Roboto Medium" pitchFamily="2" charset="0"/>
                <a:ea typeface="Roboto Medium" pitchFamily="2" charset="0"/>
              </a:defRPr>
            </a:lvl1pPr>
          </a:lstStyle>
          <a:p>
            <a:r>
              <a:rPr lang="en-US" dirty="0"/>
              <a:t>Click icon to add image</a:t>
            </a:r>
          </a:p>
        </p:txBody>
      </p:sp>
    </p:spTree>
    <p:extLst>
      <p:ext uri="{BB962C8B-B14F-4D97-AF65-F5344CB8AC3E}">
        <p14:creationId xmlns:p14="http://schemas.microsoft.com/office/powerpoint/2010/main" val="22340624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Media / Video Slide White">
    <p:bg bwMode="gray">
      <p:bgPr>
        <a:solidFill>
          <a:schemeClr val="bg1"/>
        </a:solidFill>
        <a:effectLst/>
      </p:bgPr>
    </p:bg>
    <p:spTree>
      <p:nvGrpSpPr>
        <p:cNvPr id="1" name=""/>
        <p:cNvGrpSpPr/>
        <p:nvPr/>
      </p:nvGrpSpPr>
      <p:grpSpPr>
        <a:xfrm>
          <a:off x="0" y="0"/>
          <a:ext cx="0" cy="0"/>
          <a:chOff x="0" y="0"/>
          <a:chExt cx="0" cy="0"/>
        </a:xfrm>
      </p:grpSpPr>
      <p:pic>
        <p:nvPicPr>
          <p:cNvPr id="7170" name="Picture 2" descr="C:\Users\Admin\Downloads\ilovepdf_pages-to-jpg (4)\RU_PPT Template-Grey Blank (1)_page-0004.jpg"/>
          <p:cNvPicPr>
            <a:picLocks noChangeAspect="1" noChangeArrowheads="1"/>
          </p:cNvPicPr>
          <p:nvPr userDrawn="1"/>
        </p:nvPicPr>
        <p:blipFill>
          <a:blip r:embed="rId2"/>
          <a:srcRect/>
          <a:stretch>
            <a:fillRect/>
          </a:stretch>
        </p:blipFill>
        <p:spPr bwMode="auto">
          <a:xfrm>
            <a:off x="-1" y="-1"/>
            <a:ext cx="12193193" cy="6858001"/>
          </a:xfrm>
          <a:prstGeom prst="rect">
            <a:avLst/>
          </a:prstGeom>
          <a:noFill/>
        </p:spPr>
      </p:pic>
      <p:sp>
        <p:nvSpPr>
          <p:cNvPr id="9"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60960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Media/Video Page</a:t>
            </a:r>
          </a:p>
        </p:txBody>
      </p:sp>
      <p:sp>
        <p:nvSpPr>
          <p:cNvPr id="15"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
        <p:nvSpPr>
          <p:cNvPr id="6" name="Picture Placeholder 12"/>
          <p:cNvSpPr>
            <a:spLocks noGrp="1"/>
          </p:cNvSpPr>
          <p:nvPr>
            <p:ph type="pic" sz="quarter" idx="15" hasCustomPrompt="1"/>
          </p:nvPr>
        </p:nvSpPr>
        <p:spPr>
          <a:xfrm>
            <a:off x="609600" y="1447800"/>
            <a:ext cx="5257800" cy="4038600"/>
          </a:xfrm>
          <a:prstGeom prst="rect">
            <a:avLst/>
          </a:prstGeom>
        </p:spPr>
        <p:txBody>
          <a:bodyPr/>
          <a:lstStyle>
            <a:lvl1pPr>
              <a:defRPr>
                <a:solidFill>
                  <a:schemeClr val="bg1"/>
                </a:solidFill>
                <a:latin typeface="Roboto Medium" pitchFamily="2" charset="0"/>
                <a:ea typeface="Roboto Medium" pitchFamily="2" charset="0"/>
              </a:defRPr>
            </a:lvl1pPr>
          </a:lstStyle>
          <a:p>
            <a:r>
              <a:rPr lang="en-US" dirty="0"/>
              <a:t>Click icon to add image</a:t>
            </a:r>
          </a:p>
        </p:txBody>
      </p:sp>
      <p:sp>
        <p:nvSpPr>
          <p:cNvPr id="7" name="Picture Placeholder 12"/>
          <p:cNvSpPr>
            <a:spLocks noGrp="1"/>
          </p:cNvSpPr>
          <p:nvPr>
            <p:ph type="pic" sz="quarter" idx="16" hasCustomPrompt="1"/>
          </p:nvPr>
        </p:nvSpPr>
        <p:spPr>
          <a:xfrm>
            <a:off x="6019800" y="1447800"/>
            <a:ext cx="5257800" cy="4038600"/>
          </a:xfrm>
          <a:prstGeom prst="rect">
            <a:avLst/>
          </a:prstGeom>
        </p:spPr>
        <p:txBody>
          <a:bodyPr/>
          <a:lstStyle>
            <a:lvl1pPr>
              <a:defRPr>
                <a:solidFill>
                  <a:schemeClr val="bg1"/>
                </a:solidFill>
                <a:latin typeface="Roboto Medium" pitchFamily="2" charset="0"/>
                <a:ea typeface="Roboto Medium" pitchFamily="2" charset="0"/>
              </a:defRPr>
            </a:lvl1pPr>
          </a:lstStyle>
          <a:p>
            <a:r>
              <a:rPr lang="en-US" dirty="0"/>
              <a:t>Click icon to add image</a:t>
            </a:r>
          </a:p>
        </p:txBody>
      </p:sp>
    </p:spTree>
    <p:extLst>
      <p:ext uri="{BB962C8B-B14F-4D97-AF65-F5344CB8AC3E}">
        <p14:creationId xmlns:p14="http://schemas.microsoft.com/office/powerpoint/2010/main" val="23477560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py Slide Black">
    <p:bg bwMode="gray">
      <p:bgPr>
        <a:solidFill>
          <a:schemeClr val="bg1"/>
        </a:solidFill>
        <a:effectLst/>
      </p:bgPr>
    </p:bg>
    <p:spTree>
      <p:nvGrpSpPr>
        <p:cNvPr id="1" name=""/>
        <p:cNvGrpSpPr/>
        <p:nvPr/>
      </p:nvGrpSpPr>
      <p:grpSpPr>
        <a:xfrm>
          <a:off x="0" y="0"/>
          <a:ext cx="0" cy="0"/>
          <a:chOff x="0" y="0"/>
          <a:chExt cx="0" cy="0"/>
        </a:xfrm>
      </p:grpSpPr>
      <p:pic>
        <p:nvPicPr>
          <p:cNvPr id="11"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12" name="Title 1"/>
          <p:cNvSpPr>
            <a:spLocks noGrp="1"/>
          </p:cNvSpPr>
          <p:nvPr>
            <p:ph type="title" hasCustomPrompt="1"/>
          </p:nvPr>
        </p:nvSpPr>
        <p:spPr bwMode="gray">
          <a:xfrm>
            <a:off x="595469" y="374154"/>
            <a:ext cx="6211927" cy="440926"/>
          </a:xfrm>
          <a:prstGeom prst="rect">
            <a:avLst/>
          </a:prstGeom>
        </p:spPr>
        <p:txBody>
          <a:bodyPr anchor="t" anchorCtr="0">
            <a:noAutofit/>
          </a:bodyPr>
          <a:lstStyle>
            <a:lvl1pPr>
              <a:defRPr sz="2800" b="0" cap="all" spc="0" baseline="0">
                <a:solidFill>
                  <a:schemeClr val="bg1"/>
                </a:solidFill>
                <a:latin typeface="Roboto Medium" pitchFamily="2" charset="0"/>
                <a:ea typeface="Roboto Medium" pitchFamily="2" charset="0"/>
                <a:cs typeface="Roboto Medium" pitchFamily="2" charset="0"/>
              </a:defRPr>
            </a:lvl1pPr>
          </a:lstStyle>
          <a:p>
            <a:r>
              <a:rPr lang="en-US" dirty="0"/>
              <a:t>Heading Copy Here </a:t>
            </a:r>
          </a:p>
        </p:txBody>
      </p:sp>
      <p:sp>
        <p:nvSpPr>
          <p:cNvPr id="14" name="Text Placeholder 3">
            <a:extLst>
              <a:ext uri="{FF2B5EF4-FFF2-40B4-BE49-F238E27FC236}">
                <a16:creationId xmlns:a16="http://schemas.microsoft.com/office/drawing/2014/main" id="{6FB73F14-68E6-0D40-8C86-4D7BCC64F88D}"/>
              </a:ext>
            </a:extLst>
          </p:cNvPr>
          <p:cNvSpPr>
            <a:spLocks noGrp="1"/>
          </p:cNvSpPr>
          <p:nvPr>
            <p:ph type="body" sz="quarter" idx="18" hasCustomPrompt="1"/>
          </p:nvPr>
        </p:nvSpPr>
        <p:spPr>
          <a:xfrm>
            <a:off x="623888" y="836613"/>
            <a:ext cx="6192837" cy="432147"/>
          </a:xfrm>
          <a:prstGeom prst="rect">
            <a:avLst/>
          </a:prstGeom>
        </p:spPr>
        <p:txBody>
          <a:bodyPr/>
          <a:lstStyle>
            <a:lvl1pPr marL="0" indent="0">
              <a:buNone/>
              <a:defRPr sz="2600" b="0" i="0">
                <a:solidFill>
                  <a:schemeClr val="bg1"/>
                </a:solidFill>
                <a:latin typeface="Roboto Medium" pitchFamily="2" charset="0"/>
                <a:ea typeface="Roboto Medium" pitchFamily="2" charset="0"/>
                <a:cs typeface="Roboto Medium" pitchFamily="2" charset="0"/>
              </a:defRPr>
            </a:lvl1pPr>
          </a:lstStyle>
          <a:p>
            <a:pPr lvl="0"/>
            <a:r>
              <a:rPr lang="en-US" dirty="0"/>
              <a:t>SUBTITLE HERE</a:t>
            </a:r>
          </a:p>
        </p:txBody>
      </p:sp>
      <p:sp>
        <p:nvSpPr>
          <p:cNvPr id="15" name="Text Placeholder 2">
            <a:extLst>
              <a:ext uri="{FF2B5EF4-FFF2-40B4-BE49-F238E27FC236}">
                <a16:creationId xmlns:a16="http://schemas.microsoft.com/office/drawing/2014/main" id="{17A2154B-A454-8249-909D-10FDDFC09675}"/>
              </a:ext>
            </a:extLst>
          </p:cNvPr>
          <p:cNvSpPr>
            <a:spLocks noGrp="1"/>
          </p:cNvSpPr>
          <p:nvPr>
            <p:ph type="body" sz="quarter" idx="17" hasCustomPrompt="1"/>
          </p:nvPr>
        </p:nvSpPr>
        <p:spPr>
          <a:xfrm>
            <a:off x="623391" y="1370483"/>
            <a:ext cx="7615365" cy="4722813"/>
          </a:xfrm>
          <a:prstGeom prst="rect">
            <a:avLst/>
          </a:prstGeom>
        </p:spPr>
        <p:txBody>
          <a:bodyPr/>
          <a:lstStyle>
            <a:lvl1pPr>
              <a:defRPr lang="en-US" altLang="ja-JP" sz="2400" dirty="0">
                <a:solidFill>
                  <a:schemeClr val="bg1"/>
                </a:solidFill>
                <a:latin typeface="Roboto Medium" pitchFamily="2" charset="0"/>
                <a:ea typeface="Roboto Medium" pitchFamily="2" charset="0"/>
                <a:cs typeface="Roboto Medium" pitchFamily="2" charset="0"/>
              </a:defRPr>
            </a:lvl1pPr>
            <a:lvl2pPr>
              <a:defRPr lang="en-US" altLang="ja-JP" sz="2200" dirty="0">
                <a:solidFill>
                  <a:schemeClr val="bg1"/>
                </a:solidFill>
                <a:latin typeface="Roboto Medium" pitchFamily="2" charset="0"/>
                <a:ea typeface="Roboto Medium" pitchFamily="2" charset="0"/>
                <a:cs typeface="Roboto Medium" pitchFamily="2" charset="0"/>
              </a:defRPr>
            </a:lvl2pPr>
            <a:lvl3pPr>
              <a:defRPr lang="en-US" altLang="ja-JP" dirty="0">
                <a:solidFill>
                  <a:schemeClr val="bg1"/>
                </a:solidFill>
                <a:latin typeface="Roboto Medium" pitchFamily="2" charset="0"/>
                <a:ea typeface="Roboto Medium" pitchFamily="2" charset="0"/>
                <a:cs typeface="Roboto Medium" pitchFamily="2" charset="0"/>
              </a:defRPr>
            </a:lvl3pPr>
            <a:lvl5pPr>
              <a:defRPr lang="en-US" dirty="0">
                <a:solidFill>
                  <a:schemeClr val="bg1"/>
                </a:solidFill>
                <a:latin typeface="Roboto Medium" pitchFamily="2" charset="0"/>
                <a:ea typeface="Roboto Medium" pitchFamily="2" charset="0"/>
                <a:cs typeface="Roboto Medium" pitchFamily="2" charset="0"/>
              </a:defRPr>
            </a:lvl5pPr>
          </a:lstStyle>
          <a:p>
            <a:pPr lvl="0">
              <a:spcAft>
                <a:spcPts val="0"/>
              </a:spcAft>
            </a:pPr>
            <a:r>
              <a:rPr lang="en-US" altLang="ja-JP" dirty="0"/>
              <a:t>Editable body copy</a:t>
            </a:r>
          </a:p>
          <a:p>
            <a:pPr marL="458788" lvl="1" indent="-215900">
              <a:spcBef>
                <a:spcPts val="1000"/>
              </a:spcBef>
              <a:spcAft>
                <a:spcPts val="0"/>
              </a:spcAft>
              <a:tabLst/>
            </a:pPr>
            <a:r>
              <a:rPr lang="en-US" altLang="ja-JP" dirty="0"/>
              <a:t>Editable body copy</a:t>
            </a:r>
          </a:p>
          <a:p>
            <a:pPr marL="809625" lvl="2" indent="-215900">
              <a:spcBef>
                <a:spcPts val="1000"/>
              </a:spcBef>
              <a:spcAft>
                <a:spcPts val="0"/>
              </a:spcAft>
              <a:tabLst/>
            </a:pPr>
            <a:r>
              <a:rPr lang="en-US" altLang="ja-JP" dirty="0"/>
              <a:t>Editable body copy</a:t>
            </a:r>
          </a:p>
          <a:p>
            <a:pPr marL="1323975" lvl="4" indent="-230188">
              <a:spcBef>
                <a:spcPts val="1000"/>
              </a:spcBef>
              <a:spcAft>
                <a:spcPts val="0"/>
              </a:spcAft>
              <a:tabLst/>
            </a:pPr>
            <a:endParaRPr lang="en-US" dirty="0"/>
          </a:p>
        </p:txBody>
      </p:sp>
      <p:sp>
        <p:nvSpPr>
          <p:cNvPr id="16"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5333358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py Slide White">
    <p:bg bwMode="gray">
      <p:bgPr>
        <a:solidFill>
          <a:schemeClr val="bg1"/>
        </a:solidFill>
        <a:effectLst/>
      </p:bgPr>
    </p:bg>
    <p:spTree>
      <p:nvGrpSpPr>
        <p:cNvPr id="1" name=""/>
        <p:cNvGrpSpPr/>
        <p:nvPr/>
      </p:nvGrpSpPr>
      <p:grpSpPr>
        <a:xfrm>
          <a:off x="0" y="0"/>
          <a:ext cx="0" cy="0"/>
          <a:chOff x="0" y="0"/>
          <a:chExt cx="0" cy="0"/>
        </a:xfrm>
      </p:grpSpPr>
      <p:pic>
        <p:nvPicPr>
          <p:cNvPr id="12"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8" name="Title 1"/>
          <p:cNvSpPr>
            <a:spLocks noGrp="1"/>
          </p:cNvSpPr>
          <p:nvPr>
            <p:ph type="title" hasCustomPrompt="1"/>
          </p:nvPr>
        </p:nvSpPr>
        <p:spPr bwMode="gray">
          <a:xfrm>
            <a:off x="595469" y="374154"/>
            <a:ext cx="6211927" cy="440926"/>
          </a:xfrm>
          <a:prstGeom prst="rect">
            <a:avLst/>
          </a:prstGeom>
        </p:spPr>
        <p:txBody>
          <a:bodyPr anchor="t" anchorCtr="0">
            <a:noAutofit/>
          </a:bodyPr>
          <a:lstStyle>
            <a:lvl1pPr>
              <a:defRPr sz="2800" b="0" cap="all" spc="0" baseline="0">
                <a:solidFill>
                  <a:srgbClr val="A5A5A5"/>
                </a:solidFill>
                <a:latin typeface="Roboto Medium" pitchFamily="2" charset="0"/>
                <a:ea typeface="Roboto Medium" pitchFamily="2" charset="0"/>
                <a:cs typeface="Roboto Medium" pitchFamily="2" charset="0"/>
              </a:defRPr>
            </a:lvl1pPr>
          </a:lstStyle>
          <a:p>
            <a:r>
              <a:rPr lang="en-US" dirty="0"/>
              <a:t>Heading Copy Here </a:t>
            </a:r>
          </a:p>
        </p:txBody>
      </p:sp>
      <p:sp>
        <p:nvSpPr>
          <p:cNvPr id="4" name="Text Placeholder 3">
            <a:extLst>
              <a:ext uri="{FF2B5EF4-FFF2-40B4-BE49-F238E27FC236}">
                <a16:creationId xmlns:a16="http://schemas.microsoft.com/office/drawing/2014/main" id="{6FB73F14-68E6-0D40-8C86-4D7BCC64F88D}"/>
              </a:ext>
            </a:extLst>
          </p:cNvPr>
          <p:cNvSpPr>
            <a:spLocks noGrp="1"/>
          </p:cNvSpPr>
          <p:nvPr>
            <p:ph type="body" sz="quarter" idx="18" hasCustomPrompt="1"/>
          </p:nvPr>
        </p:nvSpPr>
        <p:spPr>
          <a:xfrm>
            <a:off x="623888" y="836613"/>
            <a:ext cx="6192837" cy="432147"/>
          </a:xfrm>
          <a:prstGeom prst="rect">
            <a:avLst/>
          </a:prstGeom>
        </p:spPr>
        <p:txBody>
          <a:bodyPr/>
          <a:lstStyle>
            <a:lvl1pPr marL="0" indent="0">
              <a:buNone/>
              <a:defRPr sz="2600" b="0" i="0">
                <a:solidFill>
                  <a:srgbClr val="A5A5A5"/>
                </a:solidFill>
                <a:latin typeface="Roboto Medium" pitchFamily="2" charset="0"/>
                <a:ea typeface="Roboto Medium" pitchFamily="2" charset="0"/>
                <a:cs typeface="Roboto Medium" pitchFamily="2" charset="0"/>
              </a:defRPr>
            </a:lvl1pPr>
          </a:lstStyle>
          <a:p>
            <a:pPr lvl="0"/>
            <a:r>
              <a:rPr lang="en-US" dirty="0"/>
              <a:t>SUBTITLE HERE</a:t>
            </a:r>
          </a:p>
        </p:txBody>
      </p:sp>
      <p:sp>
        <p:nvSpPr>
          <p:cNvPr id="11" name="Text Placeholder 2">
            <a:extLst>
              <a:ext uri="{FF2B5EF4-FFF2-40B4-BE49-F238E27FC236}">
                <a16:creationId xmlns:a16="http://schemas.microsoft.com/office/drawing/2014/main" id="{17A2154B-A454-8249-909D-10FDDFC09675}"/>
              </a:ext>
            </a:extLst>
          </p:cNvPr>
          <p:cNvSpPr>
            <a:spLocks noGrp="1"/>
          </p:cNvSpPr>
          <p:nvPr>
            <p:ph type="body" sz="quarter" idx="17" hasCustomPrompt="1"/>
          </p:nvPr>
        </p:nvSpPr>
        <p:spPr>
          <a:xfrm>
            <a:off x="623391" y="1370483"/>
            <a:ext cx="7615365" cy="4722813"/>
          </a:xfrm>
          <a:prstGeom prst="rect">
            <a:avLst/>
          </a:prstGeom>
        </p:spPr>
        <p:txBody>
          <a:bodyPr/>
          <a:lstStyle>
            <a:lvl1pPr>
              <a:defRPr lang="en-US" altLang="ja-JP" sz="2400" dirty="0">
                <a:solidFill>
                  <a:srgbClr val="A5A5A5"/>
                </a:solidFill>
                <a:latin typeface="Roboto Medium" pitchFamily="2" charset="0"/>
                <a:ea typeface="Roboto Medium" pitchFamily="2" charset="0"/>
                <a:cs typeface="Roboto Medium" pitchFamily="2" charset="0"/>
              </a:defRPr>
            </a:lvl1pPr>
            <a:lvl2pPr>
              <a:defRPr lang="en-US" altLang="ja-JP" sz="2200" dirty="0">
                <a:solidFill>
                  <a:srgbClr val="A5A5A5"/>
                </a:solidFill>
                <a:latin typeface="Roboto Medium" pitchFamily="2" charset="0"/>
                <a:ea typeface="Roboto Medium" pitchFamily="2" charset="0"/>
                <a:cs typeface="Roboto Medium" pitchFamily="2" charset="0"/>
              </a:defRPr>
            </a:lvl2pPr>
            <a:lvl3pPr>
              <a:defRPr lang="en-US" altLang="ja-JP" dirty="0">
                <a:solidFill>
                  <a:srgbClr val="A5A5A5"/>
                </a:solidFill>
                <a:latin typeface="Roboto Medium" pitchFamily="2" charset="0"/>
                <a:ea typeface="Roboto Medium" pitchFamily="2" charset="0"/>
                <a:cs typeface="Roboto Medium" pitchFamily="2" charset="0"/>
              </a:defRPr>
            </a:lvl3pPr>
            <a:lvl5pPr>
              <a:defRPr lang="en-US" dirty="0">
                <a:solidFill>
                  <a:srgbClr val="A5A5A5"/>
                </a:solidFill>
                <a:latin typeface="Roboto Medium" pitchFamily="2" charset="0"/>
                <a:ea typeface="Roboto Medium" pitchFamily="2" charset="0"/>
                <a:cs typeface="Roboto Medium" pitchFamily="2" charset="0"/>
              </a:defRPr>
            </a:lvl5pPr>
          </a:lstStyle>
          <a:p>
            <a:pPr lvl="0">
              <a:spcAft>
                <a:spcPts val="0"/>
              </a:spcAft>
            </a:pPr>
            <a:r>
              <a:rPr lang="en-US" altLang="ja-JP" dirty="0"/>
              <a:t>Editable body copy</a:t>
            </a:r>
          </a:p>
          <a:p>
            <a:pPr marL="458788" lvl="1" indent="-215900">
              <a:spcBef>
                <a:spcPts val="1000"/>
              </a:spcBef>
              <a:spcAft>
                <a:spcPts val="0"/>
              </a:spcAft>
              <a:tabLst/>
            </a:pPr>
            <a:r>
              <a:rPr lang="en-US" altLang="ja-JP" dirty="0"/>
              <a:t>Editable body copy</a:t>
            </a:r>
          </a:p>
          <a:p>
            <a:pPr marL="809625" lvl="2" indent="-215900">
              <a:spcBef>
                <a:spcPts val="1000"/>
              </a:spcBef>
              <a:spcAft>
                <a:spcPts val="0"/>
              </a:spcAft>
              <a:tabLst/>
            </a:pPr>
            <a:r>
              <a:rPr lang="en-US" altLang="ja-JP" dirty="0"/>
              <a:t>Editable body copy</a:t>
            </a:r>
          </a:p>
          <a:p>
            <a:pPr marL="1323975" lvl="4" indent="-230188">
              <a:spcBef>
                <a:spcPts val="1000"/>
              </a:spcBef>
              <a:spcAft>
                <a:spcPts val="0"/>
              </a:spcAft>
              <a:tabLst/>
            </a:pPr>
            <a:endParaRPr lang="en-US" dirty="0"/>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42802804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opy Slide White">
    <p:bg bwMode="gray">
      <p:bgPr>
        <a:solidFill>
          <a:schemeClr val="bg1"/>
        </a:solidFill>
        <a:effectLst/>
      </p:bgPr>
    </p:bg>
    <p:spTree>
      <p:nvGrpSpPr>
        <p:cNvPr id="1" name=""/>
        <p:cNvGrpSpPr/>
        <p:nvPr/>
      </p:nvGrpSpPr>
      <p:grpSpPr>
        <a:xfrm>
          <a:off x="0" y="0"/>
          <a:ext cx="0" cy="0"/>
          <a:chOff x="0" y="0"/>
          <a:chExt cx="0" cy="0"/>
        </a:xfrm>
      </p:grpSpPr>
      <p:pic>
        <p:nvPicPr>
          <p:cNvPr id="10242" name="Picture 2" descr="C:\Users\Admin\Downloads\ilovepdf_pages-to-jpg (3)\RU_PPT Template-White Blank (1)_page-0004.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8" name="Title 1"/>
          <p:cNvSpPr>
            <a:spLocks noGrp="1"/>
          </p:cNvSpPr>
          <p:nvPr>
            <p:ph type="title" hasCustomPrompt="1"/>
          </p:nvPr>
        </p:nvSpPr>
        <p:spPr bwMode="gray">
          <a:xfrm>
            <a:off x="595469" y="374154"/>
            <a:ext cx="6211927" cy="440926"/>
          </a:xfrm>
          <a:prstGeom prst="rect">
            <a:avLst/>
          </a:prstGeom>
        </p:spPr>
        <p:txBody>
          <a:bodyPr anchor="t" anchorCtr="0">
            <a:noAutofit/>
          </a:bodyPr>
          <a:lstStyle>
            <a:lvl1pPr>
              <a:defRPr sz="2800" b="0" cap="all" spc="0" baseline="0">
                <a:solidFill>
                  <a:srgbClr val="A5A5A5"/>
                </a:solidFill>
                <a:latin typeface="Roboto Medium" pitchFamily="2" charset="0"/>
                <a:ea typeface="Roboto Medium" pitchFamily="2" charset="0"/>
                <a:cs typeface="Roboto Medium" pitchFamily="2" charset="0"/>
              </a:defRPr>
            </a:lvl1pPr>
          </a:lstStyle>
          <a:p>
            <a:r>
              <a:rPr lang="en-US" dirty="0"/>
              <a:t>Heading Copy Here </a:t>
            </a:r>
          </a:p>
        </p:txBody>
      </p:sp>
      <p:sp>
        <p:nvSpPr>
          <p:cNvPr id="4" name="Text Placeholder 3">
            <a:extLst>
              <a:ext uri="{FF2B5EF4-FFF2-40B4-BE49-F238E27FC236}">
                <a16:creationId xmlns:a16="http://schemas.microsoft.com/office/drawing/2014/main" id="{6FB73F14-68E6-0D40-8C86-4D7BCC64F88D}"/>
              </a:ext>
            </a:extLst>
          </p:cNvPr>
          <p:cNvSpPr>
            <a:spLocks noGrp="1"/>
          </p:cNvSpPr>
          <p:nvPr>
            <p:ph type="body" sz="quarter" idx="18" hasCustomPrompt="1"/>
          </p:nvPr>
        </p:nvSpPr>
        <p:spPr>
          <a:xfrm>
            <a:off x="623888" y="836613"/>
            <a:ext cx="6192837" cy="432147"/>
          </a:xfrm>
          <a:prstGeom prst="rect">
            <a:avLst/>
          </a:prstGeom>
        </p:spPr>
        <p:txBody>
          <a:bodyPr/>
          <a:lstStyle>
            <a:lvl1pPr marL="0" indent="0">
              <a:buNone/>
              <a:defRPr sz="2600" b="0" i="0">
                <a:solidFill>
                  <a:srgbClr val="A5A5A5"/>
                </a:solidFill>
                <a:latin typeface="Roboto Medium" pitchFamily="2" charset="0"/>
                <a:ea typeface="Roboto Medium" pitchFamily="2" charset="0"/>
                <a:cs typeface="Roboto Medium" pitchFamily="2" charset="0"/>
              </a:defRPr>
            </a:lvl1pPr>
          </a:lstStyle>
          <a:p>
            <a:pPr lvl="0"/>
            <a:r>
              <a:rPr lang="en-US" dirty="0"/>
              <a:t>SUBTITLE HERE</a:t>
            </a:r>
          </a:p>
        </p:txBody>
      </p:sp>
      <p:sp>
        <p:nvSpPr>
          <p:cNvPr id="11" name="Text Placeholder 2">
            <a:extLst>
              <a:ext uri="{FF2B5EF4-FFF2-40B4-BE49-F238E27FC236}">
                <a16:creationId xmlns:a16="http://schemas.microsoft.com/office/drawing/2014/main" id="{17A2154B-A454-8249-909D-10FDDFC09675}"/>
              </a:ext>
            </a:extLst>
          </p:cNvPr>
          <p:cNvSpPr>
            <a:spLocks noGrp="1"/>
          </p:cNvSpPr>
          <p:nvPr>
            <p:ph type="body" sz="quarter" idx="17" hasCustomPrompt="1"/>
          </p:nvPr>
        </p:nvSpPr>
        <p:spPr>
          <a:xfrm>
            <a:off x="623391" y="1370483"/>
            <a:ext cx="7615365" cy="4722813"/>
          </a:xfrm>
          <a:prstGeom prst="rect">
            <a:avLst/>
          </a:prstGeom>
        </p:spPr>
        <p:txBody>
          <a:bodyPr/>
          <a:lstStyle>
            <a:lvl1pPr>
              <a:defRPr lang="en-US" altLang="ja-JP" sz="2400" dirty="0">
                <a:solidFill>
                  <a:srgbClr val="A5A5A5"/>
                </a:solidFill>
                <a:latin typeface="Roboto Medium" pitchFamily="2" charset="0"/>
                <a:ea typeface="Roboto Medium" pitchFamily="2" charset="0"/>
                <a:cs typeface="Roboto Medium" pitchFamily="2" charset="0"/>
              </a:defRPr>
            </a:lvl1pPr>
            <a:lvl2pPr>
              <a:defRPr lang="en-US" altLang="ja-JP" sz="2200" dirty="0">
                <a:solidFill>
                  <a:srgbClr val="A5A5A5"/>
                </a:solidFill>
                <a:latin typeface="Roboto Medium" pitchFamily="2" charset="0"/>
                <a:ea typeface="Roboto Medium" pitchFamily="2" charset="0"/>
                <a:cs typeface="Roboto Medium" pitchFamily="2" charset="0"/>
              </a:defRPr>
            </a:lvl2pPr>
            <a:lvl3pPr>
              <a:defRPr lang="en-US" altLang="ja-JP" dirty="0">
                <a:solidFill>
                  <a:srgbClr val="A5A5A5"/>
                </a:solidFill>
                <a:latin typeface="Roboto Medium" pitchFamily="2" charset="0"/>
                <a:ea typeface="Roboto Medium" pitchFamily="2" charset="0"/>
                <a:cs typeface="Roboto Medium" pitchFamily="2" charset="0"/>
              </a:defRPr>
            </a:lvl3pPr>
            <a:lvl5pPr>
              <a:defRPr lang="en-US" dirty="0">
                <a:solidFill>
                  <a:srgbClr val="A5A5A5"/>
                </a:solidFill>
                <a:latin typeface="Roboto Medium" pitchFamily="2" charset="0"/>
                <a:ea typeface="Roboto Medium" pitchFamily="2" charset="0"/>
                <a:cs typeface="Roboto Medium" pitchFamily="2" charset="0"/>
              </a:defRPr>
            </a:lvl5pPr>
          </a:lstStyle>
          <a:p>
            <a:pPr lvl="0">
              <a:spcAft>
                <a:spcPts val="0"/>
              </a:spcAft>
            </a:pPr>
            <a:r>
              <a:rPr lang="en-US" altLang="ja-JP" dirty="0"/>
              <a:t>Editable body copy</a:t>
            </a:r>
          </a:p>
          <a:p>
            <a:pPr marL="458788" lvl="1" indent="-215900">
              <a:spcBef>
                <a:spcPts val="1000"/>
              </a:spcBef>
              <a:spcAft>
                <a:spcPts val="0"/>
              </a:spcAft>
              <a:tabLst/>
            </a:pPr>
            <a:r>
              <a:rPr lang="en-US" altLang="ja-JP" dirty="0"/>
              <a:t>Editable body copy</a:t>
            </a:r>
          </a:p>
          <a:p>
            <a:pPr marL="809625" lvl="2" indent="-215900">
              <a:spcBef>
                <a:spcPts val="1000"/>
              </a:spcBef>
              <a:spcAft>
                <a:spcPts val="0"/>
              </a:spcAft>
              <a:tabLst/>
            </a:pPr>
            <a:r>
              <a:rPr lang="en-US" altLang="ja-JP" dirty="0"/>
              <a:t>Editable body copy</a:t>
            </a:r>
          </a:p>
          <a:p>
            <a:pPr marL="1323975" lvl="4" indent="-230188">
              <a:spcBef>
                <a:spcPts val="1000"/>
              </a:spcBef>
              <a:spcAft>
                <a:spcPts val="0"/>
              </a:spcAft>
              <a:tabLst/>
            </a:pPr>
            <a:endParaRPr lang="en-US" dirty="0"/>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42802804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Copy Slide White">
    <p:bg bwMode="gray">
      <p:bgPr>
        <a:solidFill>
          <a:schemeClr val="bg1"/>
        </a:solidFill>
        <a:effectLst/>
      </p:bgPr>
    </p:bg>
    <p:spTree>
      <p:nvGrpSpPr>
        <p:cNvPr id="1" name=""/>
        <p:cNvGrpSpPr/>
        <p:nvPr/>
      </p:nvGrpSpPr>
      <p:grpSpPr>
        <a:xfrm>
          <a:off x="0" y="0"/>
          <a:ext cx="0" cy="0"/>
          <a:chOff x="0" y="0"/>
          <a:chExt cx="0" cy="0"/>
        </a:xfrm>
      </p:grpSpPr>
      <p:pic>
        <p:nvPicPr>
          <p:cNvPr id="11266" name="Picture 2" descr="C:\Users\Admin\Downloads\ilovepdf_pages-to-jpg (4)\RU_PPT Template-Grey Blank (1)_page-0004.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8" name="Title 1"/>
          <p:cNvSpPr>
            <a:spLocks noGrp="1"/>
          </p:cNvSpPr>
          <p:nvPr>
            <p:ph type="title" hasCustomPrompt="1"/>
          </p:nvPr>
        </p:nvSpPr>
        <p:spPr bwMode="gray">
          <a:xfrm>
            <a:off x="595469" y="374154"/>
            <a:ext cx="6211927" cy="440926"/>
          </a:xfrm>
          <a:prstGeom prst="rect">
            <a:avLst/>
          </a:prstGeom>
        </p:spPr>
        <p:txBody>
          <a:bodyPr anchor="t" anchorCtr="0">
            <a:noAutofit/>
          </a:bodyPr>
          <a:lstStyle>
            <a:lvl1pPr>
              <a:defRPr sz="2800" b="0" cap="all" spc="0" baseline="0">
                <a:solidFill>
                  <a:schemeClr val="bg1"/>
                </a:solidFill>
                <a:latin typeface="Roboto Medium" pitchFamily="2" charset="0"/>
                <a:ea typeface="Roboto Medium" pitchFamily="2" charset="0"/>
                <a:cs typeface="Roboto Medium" pitchFamily="2" charset="0"/>
              </a:defRPr>
            </a:lvl1pPr>
          </a:lstStyle>
          <a:p>
            <a:r>
              <a:rPr lang="en-US" dirty="0"/>
              <a:t>Heading Copy Here </a:t>
            </a:r>
          </a:p>
        </p:txBody>
      </p:sp>
      <p:sp>
        <p:nvSpPr>
          <p:cNvPr id="4" name="Text Placeholder 3">
            <a:extLst>
              <a:ext uri="{FF2B5EF4-FFF2-40B4-BE49-F238E27FC236}">
                <a16:creationId xmlns:a16="http://schemas.microsoft.com/office/drawing/2014/main" id="{6FB73F14-68E6-0D40-8C86-4D7BCC64F88D}"/>
              </a:ext>
            </a:extLst>
          </p:cNvPr>
          <p:cNvSpPr>
            <a:spLocks noGrp="1"/>
          </p:cNvSpPr>
          <p:nvPr>
            <p:ph type="body" sz="quarter" idx="18" hasCustomPrompt="1"/>
          </p:nvPr>
        </p:nvSpPr>
        <p:spPr>
          <a:xfrm>
            <a:off x="623888" y="836613"/>
            <a:ext cx="6192837" cy="432147"/>
          </a:xfrm>
          <a:prstGeom prst="rect">
            <a:avLst/>
          </a:prstGeom>
        </p:spPr>
        <p:txBody>
          <a:bodyPr/>
          <a:lstStyle>
            <a:lvl1pPr marL="0" indent="0">
              <a:buNone/>
              <a:defRPr sz="2600" b="0" i="0">
                <a:solidFill>
                  <a:schemeClr val="bg1"/>
                </a:solidFill>
                <a:latin typeface="Roboto Medium" pitchFamily="2" charset="0"/>
                <a:ea typeface="Roboto Medium" pitchFamily="2" charset="0"/>
                <a:cs typeface="Roboto Medium" pitchFamily="2" charset="0"/>
              </a:defRPr>
            </a:lvl1pPr>
          </a:lstStyle>
          <a:p>
            <a:pPr lvl="0"/>
            <a:r>
              <a:rPr lang="en-US" dirty="0"/>
              <a:t>SUBTITLE HERE</a:t>
            </a:r>
          </a:p>
        </p:txBody>
      </p:sp>
      <p:sp>
        <p:nvSpPr>
          <p:cNvPr id="11" name="Text Placeholder 2">
            <a:extLst>
              <a:ext uri="{FF2B5EF4-FFF2-40B4-BE49-F238E27FC236}">
                <a16:creationId xmlns:a16="http://schemas.microsoft.com/office/drawing/2014/main" id="{17A2154B-A454-8249-909D-10FDDFC09675}"/>
              </a:ext>
            </a:extLst>
          </p:cNvPr>
          <p:cNvSpPr>
            <a:spLocks noGrp="1"/>
          </p:cNvSpPr>
          <p:nvPr>
            <p:ph type="body" sz="quarter" idx="17" hasCustomPrompt="1"/>
          </p:nvPr>
        </p:nvSpPr>
        <p:spPr>
          <a:xfrm>
            <a:off x="623391" y="1370483"/>
            <a:ext cx="7615365" cy="4722813"/>
          </a:xfrm>
          <a:prstGeom prst="rect">
            <a:avLst/>
          </a:prstGeom>
        </p:spPr>
        <p:txBody>
          <a:bodyPr/>
          <a:lstStyle>
            <a:lvl1pPr>
              <a:defRPr lang="en-US" altLang="ja-JP" sz="2400" dirty="0">
                <a:solidFill>
                  <a:schemeClr val="bg1"/>
                </a:solidFill>
                <a:latin typeface="Roboto Medium" pitchFamily="2" charset="0"/>
                <a:ea typeface="Roboto Medium" pitchFamily="2" charset="0"/>
                <a:cs typeface="Roboto Medium" pitchFamily="2" charset="0"/>
              </a:defRPr>
            </a:lvl1pPr>
            <a:lvl2pPr>
              <a:defRPr lang="en-US" altLang="ja-JP" sz="2200" dirty="0">
                <a:solidFill>
                  <a:schemeClr val="bg1"/>
                </a:solidFill>
                <a:latin typeface="Roboto Medium" pitchFamily="2" charset="0"/>
                <a:ea typeface="Roboto Medium" pitchFamily="2" charset="0"/>
                <a:cs typeface="Roboto Medium" pitchFamily="2" charset="0"/>
              </a:defRPr>
            </a:lvl2pPr>
            <a:lvl3pPr>
              <a:defRPr lang="en-US" altLang="ja-JP" dirty="0">
                <a:solidFill>
                  <a:schemeClr val="bg1"/>
                </a:solidFill>
                <a:latin typeface="Roboto Medium" pitchFamily="2" charset="0"/>
                <a:ea typeface="Roboto Medium" pitchFamily="2" charset="0"/>
                <a:cs typeface="Roboto Medium" pitchFamily="2" charset="0"/>
              </a:defRPr>
            </a:lvl3pPr>
            <a:lvl5pPr>
              <a:defRPr lang="en-US" dirty="0">
                <a:solidFill>
                  <a:schemeClr val="bg1"/>
                </a:solidFill>
                <a:latin typeface="Roboto Medium" pitchFamily="2" charset="0"/>
                <a:ea typeface="Roboto Medium" pitchFamily="2" charset="0"/>
                <a:cs typeface="Roboto Medium" pitchFamily="2" charset="0"/>
              </a:defRPr>
            </a:lvl5pPr>
          </a:lstStyle>
          <a:p>
            <a:pPr lvl="0">
              <a:spcAft>
                <a:spcPts val="0"/>
              </a:spcAft>
            </a:pPr>
            <a:r>
              <a:rPr lang="en-US" altLang="ja-JP" dirty="0"/>
              <a:t>Editable body copy</a:t>
            </a:r>
          </a:p>
          <a:p>
            <a:pPr marL="458788" lvl="1" indent="-215900">
              <a:spcBef>
                <a:spcPts val="1000"/>
              </a:spcBef>
              <a:spcAft>
                <a:spcPts val="0"/>
              </a:spcAft>
              <a:tabLst/>
            </a:pPr>
            <a:r>
              <a:rPr lang="en-US" altLang="ja-JP" dirty="0"/>
              <a:t>Editable body copy</a:t>
            </a:r>
          </a:p>
          <a:p>
            <a:pPr marL="809625" lvl="2" indent="-215900">
              <a:spcBef>
                <a:spcPts val="1000"/>
              </a:spcBef>
              <a:spcAft>
                <a:spcPts val="0"/>
              </a:spcAft>
              <a:tabLst/>
            </a:pPr>
            <a:r>
              <a:rPr lang="en-US" altLang="ja-JP" dirty="0"/>
              <a:t>Editable body copy</a:t>
            </a:r>
          </a:p>
          <a:p>
            <a:pPr marL="1323975" lvl="4" indent="-230188">
              <a:spcBef>
                <a:spcPts val="1000"/>
              </a:spcBef>
              <a:spcAft>
                <a:spcPts val="0"/>
              </a:spcAft>
              <a:tabLst/>
            </a:pPr>
            <a:endParaRPr lang="en-US" dirty="0"/>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42802804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py and Image Black 3">
    <p:bg bwMode="gray">
      <p:bgPr>
        <a:solidFill>
          <a:schemeClr val="bg1"/>
        </a:solidFill>
        <a:effectLst/>
      </p:bgPr>
    </p:bg>
    <p:spTree>
      <p:nvGrpSpPr>
        <p:cNvPr id="1" name=""/>
        <p:cNvGrpSpPr/>
        <p:nvPr/>
      </p:nvGrpSpPr>
      <p:grpSpPr>
        <a:xfrm>
          <a:off x="0" y="0"/>
          <a:ext cx="0" cy="0"/>
          <a:chOff x="0" y="0"/>
          <a:chExt cx="0" cy="0"/>
        </a:xfrm>
      </p:grpSpPr>
      <p:pic>
        <p:nvPicPr>
          <p:cNvPr id="12"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15" name="Picture Placeholder 2">
            <a:extLst>
              <a:ext uri="{FF2B5EF4-FFF2-40B4-BE49-F238E27FC236}">
                <a16:creationId xmlns:a16="http://schemas.microsoft.com/office/drawing/2014/main" id="{7876850F-ABC0-9B46-8AA9-D1E0133CA4CB}"/>
              </a:ext>
            </a:extLst>
          </p:cNvPr>
          <p:cNvSpPr>
            <a:spLocks noGrp="1"/>
          </p:cNvSpPr>
          <p:nvPr>
            <p:ph type="pic" sz="quarter" idx="15" hasCustomPrompt="1"/>
          </p:nvPr>
        </p:nvSpPr>
        <p:spPr>
          <a:xfrm>
            <a:off x="6097200" y="381000"/>
            <a:ext cx="5561400" cy="5715000"/>
          </a:xfrm>
          <a:prstGeom prst="rect">
            <a:avLst/>
          </a:prstGeom>
        </p:spPr>
        <p:txBody>
          <a:bodyPr/>
          <a:lstStyle>
            <a:lvl1pPr>
              <a:defRPr baseline="0">
                <a:solidFill>
                  <a:schemeClr val="bg1"/>
                </a:solidFill>
                <a:latin typeface="Roboto Medium" pitchFamily="2" charset="0"/>
                <a:ea typeface="Roboto Medium" pitchFamily="2" charset="0"/>
                <a:cs typeface="Roboto Medium" pitchFamily="2" charset="0"/>
              </a:defRPr>
            </a:lvl1pPr>
          </a:lstStyle>
          <a:p>
            <a:r>
              <a:rPr lang="en-US" dirty="0"/>
              <a:t>Click icon to add image</a:t>
            </a:r>
          </a:p>
        </p:txBody>
      </p:sp>
      <p:sp>
        <p:nvSpPr>
          <p:cNvPr id="13" name="Text Placeholder 2">
            <a:extLst>
              <a:ext uri="{FF2B5EF4-FFF2-40B4-BE49-F238E27FC236}">
                <a16:creationId xmlns:a16="http://schemas.microsoft.com/office/drawing/2014/main" id="{0F74C1A9-D7CD-AE4E-B3EE-BA5A1E80F2C7}"/>
              </a:ext>
            </a:extLst>
          </p:cNvPr>
          <p:cNvSpPr>
            <a:spLocks noGrp="1"/>
          </p:cNvSpPr>
          <p:nvPr>
            <p:ph type="body" sz="quarter" idx="17" hasCustomPrompt="1"/>
          </p:nvPr>
        </p:nvSpPr>
        <p:spPr>
          <a:xfrm>
            <a:off x="623392" y="1370483"/>
            <a:ext cx="5112568" cy="4722813"/>
          </a:xfrm>
          <a:prstGeom prst="rect">
            <a:avLst/>
          </a:prstGeom>
        </p:spPr>
        <p:txBody>
          <a:bodyPr/>
          <a:lstStyle>
            <a:lvl1pPr>
              <a:spcBef>
                <a:spcPts val="1000"/>
              </a:spcBef>
              <a:spcAft>
                <a:spcPts val="0"/>
              </a:spcAft>
              <a:defRPr sz="2400">
                <a:solidFill>
                  <a:schemeClr val="bg1"/>
                </a:solidFill>
                <a:latin typeface="Roboto Medium" pitchFamily="2" charset="0"/>
                <a:ea typeface="Roboto Medium" pitchFamily="2" charset="0"/>
                <a:cs typeface="Roboto Medium" pitchFamily="2" charset="0"/>
              </a:defRPr>
            </a:lvl1pPr>
            <a:lvl2pPr marL="458788" indent="-215900">
              <a:spcBef>
                <a:spcPts val="1000"/>
              </a:spcBef>
              <a:spcAft>
                <a:spcPts val="0"/>
              </a:spcAft>
              <a:tabLst/>
              <a:defRPr sz="2200">
                <a:solidFill>
                  <a:schemeClr val="bg1"/>
                </a:solidFill>
                <a:latin typeface="Roboto Medium" pitchFamily="2" charset="0"/>
                <a:ea typeface="Roboto Medium" pitchFamily="2" charset="0"/>
                <a:cs typeface="Roboto Medium" pitchFamily="2" charset="0"/>
              </a:defRPr>
            </a:lvl2pPr>
            <a:lvl3pPr marL="809625" indent="-215900">
              <a:spcBef>
                <a:spcPts val="1000"/>
              </a:spcBef>
              <a:spcAft>
                <a:spcPts val="0"/>
              </a:spcAft>
              <a:tabLst/>
              <a:defRPr sz="2000">
                <a:solidFill>
                  <a:schemeClr val="bg1"/>
                </a:solidFill>
                <a:latin typeface="Roboto Medium" pitchFamily="2" charset="0"/>
                <a:ea typeface="Roboto Medium" pitchFamily="2" charset="0"/>
                <a:cs typeface="Roboto Medium" pitchFamily="2" charset="0"/>
              </a:defRPr>
            </a:lvl3pPr>
            <a:lvl4pPr marL="1093788" indent="-203200">
              <a:spcBef>
                <a:spcPts val="0"/>
              </a:spcBef>
              <a:spcAft>
                <a:spcPts val="1400"/>
              </a:spcAft>
              <a:tabLst/>
              <a:defRPr sz="1800">
                <a:solidFill>
                  <a:schemeClr val="bg1"/>
                </a:solidFill>
              </a:defRPr>
            </a:lvl4pPr>
            <a:lvl5pPr marL="1323975" indent="-230188">
              <a:spcBef>
                <a:spcPts val="0"/>
              </a:spcBef>
              <a:spcAft>
                <a:spcPts val="1400"/>
              </a:spcAft>
              <a:tabLst/>
              <a:defRPr sz="1800">
                <a:solidFill>
                  <a:schemeClr val="bg1"/>
                </a:solidFill>
              </a:defRPr>
            </a:lvl5pPr>
          </a:lstStyle>
          <a:p>
            <a:pPr lvl="0"/>
            <a:r>
              <a:rPr lang="en-US" altLang="ja-JP" dirty="0"/>
              <a:t>Editable body copy</a:t>
            </a:r>
          </a:p>
          <a:p>
            <a:pPr lvl="1"/>
            <a:r>
              <a:rPr lang="en-US" altLang="ja-JP" dirty="0"/>
              <a:t>Editable body copy</a:t>
            </a:r>
          </a:p>
          <a:p>
            <a:pPr lvl="2"/>
            <a:r>
              <a:rPr lang="en-US" altLang="ja-JP" dirty="0"/>
              <a:t>Editable body copy</a:t>
            </a:r>
            <a:endParaRPr lang="en-US" dirty="0"/>
          </a:p>
        </p:txBody>
      </p:sp>
      <p:sp>
        <p:nvSpPr>
          <p:cNvPr id="9"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2377238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py and Image White 5">
    <p:bg bwMode="gray">
      <p:bgPr>
        <a:solidFill>
          <a:schemeClr val="bg1"/>
        </a:solidFill>
        <a:effectLst/>
      </p:bgPr>
    </p:bg>
    <p:spTree>
      <p:nvGrpSpPr>
        <p:cNvPr id="1" name=""/>
        <p:cNvGrpSpPr/>
        <p:nvPr/>
      </p:nvGrpSpPr>
      <p:grpSpPr>
        <a:xfrm>
          <a:off x="0" y="0"/>
          <a:ext cx="0" cy="0"/>
          <a:chOff x="0" y="0"/>
          <a:chExt cx="0" cy="0"/>
        </a:xfrm>
      </p:grpSpPr>
      <p:pic>
        <p:nvPicPr>
          <p:cNvPr id="18"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3" name="Picture Placeholder 2">
            <a:extLst>
              <a:ext uri="{FF2B5EF4-FFF2-40B4-BE49-F238E27FC236}">
                <a16:creationId xmlns:a16="http://schemas.microsoft.com/office/drawing/2014/main" id="{7876850F-ABC0-9B46-8AA9-D1E0133CA4CB}"/>
              </a:ext>
            </a:extLst>
          </p:cNvPr>
          <p:cNvSpPr>
            <a:spLocks noGrp="1"/>
          </p:cNvSpPr>
          <p:nvPr>
            <p:ph type="pic" sz="quarter" idx="15" hasCustomPrompt="1"/>
          </p:nvPr>
        </p:nvSpPr>
        <p:spPr>
          <a:xfrm>
            <a:off x="6097200" y="381000"/>
            <a:ext cx="5561400" cy="5715000"/>
          </a:xfrm>
          <a:prstGeom prst="rect">
            <a:avLst/>
          </a:prstGeom>
        </p:spPr>
        <p:txBody>
          <a:bodyPr/>
          <a:lstStyle>
            <a:lvl1pPr>
              <a:defRPr baseline="0">
                <a:solidFill>
                  <a:srgbClr val="A5A5A5"/>
                </a:solidFill>
                <a:latin typeface="Roboto Medium" pitchFamily="2" charset="0"/>
                <a:ea typeface="Roboto Medium" pitchFamily="2" charset="0"/>
                <a:cs typeface="Roboto Medium" pitchFamily="2" charset="0"/>
              </a:defRPr>
            </a:lvl1pPr>
          </a:lstStyle>
          <a:p>
            <a:r>
              <a:rPr lang="en-US" dirty="0"/>
              <a:t>Click icon to add image</a:t>
            </a:r>
          </a:p>
        </p:txBody>
      </p:sp>
      <p:sp>
        <p:nvSpPr>
          <p:cNvPr id="15" name="Text Placeholder 2">
            <a:extLst>
              <a:ext uri="{FF2B5EF4-FFF2-40B4-BE49-F238E27FC236}">
                <a16:creationId xmlns:a16="http://schemas.microsoft.com/office/drawing/2014/main" id="{0F74C1A9-D7CD-AE4E-B3EE-BA5A1E80F2C7}"/>
              </a:ext>
            </a:extLst>
          </p:cNvPr>
          <p:cNvSpPr>
            <a:spLocks noGrp="1"/>
          </p:cNvSpPr>
          <p:nvPr>
            <p:ph type="body" sz="quarter" idx="17" hasCustomPrompt="1"/>
          </p:nvPr>
        </p:nvSpPr>
        <p:spPr>
          <a:xfrm>
            <a:off x="623392" y="1370483"/>
            <a:ext cx="5112568" cy="4722813"/>
          </a:xfrm>
          <a:prstGeom prst="rect">
            <a:avLst/>
          </a:prstGeom>
        </p:spPr>
        <p:txBody>
          <a:bodyPr/>
          <a:lstStyle>
            <a:lvl1pPr>
              <a:spcBef>
                <a:spcPts val="1000"/>
              </a:spcBef>
              <a:spcAft>
                <a:spcPts val="0"/>
              </a:spcAft>
              <a:defRPr sz="2400">
                <a:solidFill>
                  <a:srgbClr val="A5A5A5"/>
                </a:solidFill>
                <a:latin typeface="Roboto Medium" pitchFamily="2" charset="0"/>
                <a:ea typeface="Roboto Medium" pitchFamily="2" charset="0"/>
                <a:cs typeface="Roboto Medium" pitchFamily="2" charset="0"/>
              </a:defRPr>
            </a:lvl1pPr>
            <a:lvl2pPr marL="458788" indent="-215900">
              <a:spcBef>
                <a:spcPts val="1000"/>
              </a:spcBef>
              <a:spcAft>
                <a:spcPts val="0"/>
              </a:spcAft>
              <a:tabLst/>
              <a:defRPr sz="2200">
                <a:solidFill>
                  <a:srgbClr val="A5A5A5"/>
                </a:solidFill>
                <a:latin typeface="Roboto Medium" pitchFamily="2" charset="0"/>
                <a:ea typeface="Roboto Medium" pitchFamily="2" charset="0"/>
                <a:cs typeface="Roboto Medium" pitchFamily="2" charset="0"/>
              </a:defRPr>
            </a:lvl2pPr>
            <a:lvl3pPr marL="809625" indent="-215900">
              <a:spcBef>
                <a:spcPts val="1000"/>
              </a:spcBef>
              <a:spcAft>
                <a:spcPts val="0"/>
              </a:spcAft>
              <a:tabLst/>
              <a:defRPr sz="2000">
                <a:solidFill>
                  <a:srgbClr val="A5A5A5"/>
                </a:solidFill>
                <a:latin typeface="Roboto Medium" pitchFamily="2" charset="0"/>
                <a:ea typeface="Roboto Medium" pitchFamily="2" charset="0"/>
                <a:cs typeface="Roboto Medium" pitchFamily="2" charset="0"/>
              </a:defRPr>
            </a:lvl3pPr>
            <a:lvl4pPr marL="1093788" indent="-203200">
              <a:spcBef>
                <a:spcPts val="0"/>
              </a:spcBef>
              <a:spcAft>
                <a:spcPts val="1400"/>
              </a:spcAft>
              <a:tabLst/>
              <a:defRPr sz="1800">
                <a:solidFill>
                  <a:schemeClr val="bg1"/>
                </a:solidFill>
              </a:defRPr>
            </a:lvl4pPr>
            <a:lvl5pPr marL="1323975" indent="-230188">
              <a:spcBef>
                <a:spcPts val="0"/>
              </a:spcBef>
              <a:spcAft>
                <a:spcPts val="1400"/>
              </a:spcAft>
              <a:tabLst/>
              <a:defRPr sz="1800">
                <a:solidFill>
                  <a:schemeClr val="bg1"/>
                </a:solidFill>
              </a:defRPr>
            </a:lvl5pPr>
          </a:lstStyle>
          <a:p>
            <a:pPr lvl="0"/>
            <a:r>
              <a:rPr lang="en-US" altLang="ja-JP" dirty="0"/>
              <a:t>Editable body copy</a:t>
            </a:r>
          </a:p>
          <a:p>
            <a:pPr lvl="1"/>
            <a:r>
              <a:rPr lang="en-US" altLang="ja-JP" dirty="0"/>
              <a:t>Editable body copy</a:t>
            </a:r>
          </a:p>
          <a:p>
            <a:pPr lvl="2"/>
            <a:r>
              <a:rPr lang="en-US" altLang="ja-JP" dirty="0"/>
              <a:t>Editable body copy</a:t>
            </a:r>
            <a:endParaRPr lang="en-US" dirty="0"/>
          </a:p>
        </p:txBody>
      </p:sp>
      <p:sp>
        <p:nvSpPr>
          <p:cNvPr id="16"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17"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7325709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 Images Slide Black">
    <p:bg bwMode="gray">
      <p:bgPr>
        <a:solidFill>
          <a:schemeClr val="bg1"/>
        </a:solidFill>
        <a:effectLst/>
      </p:bgPr>
    </p:bg>
    <p:spTree>
      <p:nvGrpSpPr>
        <p:cNvPr id="1" name=""/>
        <p:cNvGrpSpPr/>
        <p:nvPr/>
      </p:nvGrpSpPr>
      <p:grpSpPr>
        <a:xfrm>
          <a:off x="0" y="0"/>
          <a:ext cx="0" cy="0"/>
          <a:chOff x="0" y="0"/>
          <a:chExt cx="0" cy="0"/>
        </a:xfrm>
      </p:grpSpPr>
      <p:pic>
        <p:nvPicPr>
          <p:cNvPr id="20"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22" name="Picture Placeholder 2">
            <a:extLst>
              <a:ext uri="{FF2B5EF4-FFF2-40B4-BE49-F238E27FC236}">
                <a16:creationId xmlns:a16="http://schemas.microsoft.com/office/drawing/2014/main" id="{F32C3D9F-FFE4-0F49-B358-349DAE3C537A}"/>
              </a:ext>
            </a:extLst>
          </p:cNvPr>
          <p:cNvSpPr>
            <a:spLocks noGrp="1"/>
          </p:cNvSpPr>
          <p:nvPr>
            <p:ph type="pic" sz="quarter" idx="22"/>
          </p:nvPr>
        </p:nvSpPr>
        <p:spPr>
          <a:xfrm>
            <a:off x="8480943" y="2527475"/>
            <a:ext cx="3291840" cy="2167128"/>
          </a:xfrm>
          <a:prstGeom prst="rect">
            <a:avLst/>
          </a:prstGeom>
        </p:spPr>
        <p:txBody>
          <a:bodyPr/>
          <a:lstStyle>
            <a:lvl1pPr>
              <a:defRPr sz="1400">
                <a:solidFill>
                  <a:srgbClr val="A5A5A5"/>
                </a:solidFill>
                <a:latin typeface="Roboto Medium" pitchFamily="2" charset="0"/>
                <a:ea typeface="Roboto Medium" pitchFamily="2" charset="0"/>
                <a:cs typeface="Roboto Medium" pitchFamily="2" charset="0"/>
              </a:defRPr>
            </a:lvl1pPr>
          </a:lstStyle>
          <a:p>
            <a:endParaRPr lang="en-US"/>
          </a:p>
        </p:txBody>
      </p:sp>
      <p:sp>
        <p:nvSpPr>
          <p:cNvPr id="27" name="Picture Placeholder 2">
            <a:extLst>
              <a:ext uri="{FF2B5EF4-FFF2-40B4-BE49-F238E27FC236}">
                <a16:creationId xmlns:a16="http://schemas.microsoft.com/office/drawing/2014/main" id="{6CCF012A-37B8-A846-96C9-F68F190709BA}"/>
              </a:ext>
            </a:extLst>
          </p:cNvPr>
          <p:cNvSpPr>
            <a:spLocks noGrp="1"/>
          </p:cNvSpPr>
          <p:nvPr>
            <p:ph type="pic" sz="quarter" idx="23"/>
          </p:nvPr>
        </p:nvSpPr>
        <p:spPr>
          <a:xfrm>
            <a:off x="4583894" y="2527476"/>
            <a:ext cx="3291840" cy="2167128"/>
          </a:xfrm>
          <a:prstGeom prst="rect">
            <a:avLst/>
          </a:prstGeom>
        </p:spPr>
        <p:txBody>
          <a:bodyPr/>
          <a:lstStyle>
            <a:lvl1pPr>
              <a:defRPr sz="1400">
                <a:solidFill>
                  <a:srgbClr val="A5A5A5"/>
                </a:solidFill>
                <a:latin typeface="Roboto Medium" pitchFamily="2" charset="0"/>
                <a:ea typeface="Roboto Medium" pitchFamily="2" charset="0"/>
                <a:cs typeface="Roboto Medium" pitchFamily="2" charset="0"/>
              </a:defRPr>
            </a:lvl1pPr>
          </a:lstStyle>
          <a:p>
            <a:endParaRPr lang="en-US"/>
          </a:p>
        </p:txBody>
      </p:sp>
      <p:sp>
        <p:nvSpPr>
          <p:cNvPr id="17"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996502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23" name="Text Placeholder 2">
            <a:extLst>
              <a:ext uri="{FF2B5EF4-FFF2-40B4-BE49-F238E27FC236}">
                <a16:creationId xmlns:a16="http://schemas.microsoft.com/office/drawing/2014/main" id="{A171FABC-7F9F-3F4F-AF20-A434E98D4512}"/>
              </a:ext>
            </a:extLst>
          </p:cNvPr>
          <p:cNvSpPr>
            <a:spLocks noGrp="1"/>
          </p:cNvSpPr>
          <p:nvPr>
            <p:ph type="body" sz="quarter" idx="17" hasCustomPrompt="1"/>
          </p:nvPr>
        </p:nvSpPr>
        <p:spPr>
          <a:xfrm>
            <a:off x="623393" y="4869160"/>
            <a:ext cx="3442051" cy="1152128"/>
          </a:xfrm>
          <a:prstGeom prst="rect">
            <a:avLst/>
          </a:prstGeom>
        </p:spPr>
        <p:txBody>
          <a:bodyPr/>
          <a:lstStyle>
            <a:lvl1pPr marL="171450" indent="-171450">
              <a:spcBef>
                <a:spcPts val="300"/>
              </a:spcBef>
              <a:buFont typeface="Arial" panose="020B0604020202020204" pitchFamily="34" charset="0"/>
              <a:buChar char="•"/>
              <a:defRPr sz="2000">
                <a:solidFill>
                  <a:srgbClr val="A5A5A5"/>
                </a:solidFill>
                <a:latin typeface="Roboto Medium" pitchFamily="2" charset="0"/>
                <a:ea typeface="Roboto Medium" pitchFamily="2" charset="0"/>
                <a:cs typeface="Roboto Medium" pitchFamily="2" charset="0"/>
              </a:defRPr>
            </a:lvl1pPr>
            <a:lvl2pPr marL="400050" indent="-157163">
              <a:spcBef>
                <a:spcPts val="900"/>
              </a:spcBef>
              <a:tabLst/>
              <a:defRPr sz="1100">
                <a:solidFill>
                  <a:schemeClr val="bg1"/>
                </a:solidFill>
              </a:defRPr>
            </a:lvl2pPr>
            <a:lvl3pPr marL="744538" indent="-150813">
              <a:spcBef>
                <a:spcPts val="900"/>
              </a:spcBef>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p:txBody>
      </p:sp>
      <p:sp>
        <p:nvSpPr>
          <p:cNvPr id="24" name="Text Placeholder 2">
            <a:extLst>
              <a:ext uri="{FF2B5EF4-FFF2-40B4-BE49-F238E27FC236}">
                <a16:creationId xmlns:a16="http://schemas.microsoft.com/office/drawing/2014/main" id="{7AFFC4A7-46EC-C047-99A4-7BC9BF12521C}"/>
              </a:ext>
            </a:extLst>
          </p:cNvPr>
          <p:cNvSpPr>
            <a:spLocks noGrp="1"/>
          </p:cNvSpPr>
          <p:nvPr>
            <p:ph type="body" sz="quarter" idx="18" hasCustomPrompt="1"/>
          </p:nvPr>
        </p:nvSpPr>
        <p:spPr>
          <a:xfrm>
            <a:off x="4480249" y="4869160"/>
            <a:ext cx="3442051" cy="1152128"/>
          </a:xfrm>
          <a:prstGeom prst="rect">
            <a:avLst/>
          </a:prstGeom>
        </p:spPr>
        <p:txBody>
          <a:bodyPr/>
          <a:lstStyle>
            <a:lvl1pPr marL="230188" marR="0" indent="-230188" algn="l" defTabSz="914400" rtl="0" eaLnBrk="1" fontAlgn="auto" latinLnBrk="0" hangingPunct="1">
              <a:lnSpc>
                <a:spcPct val="90000"/>
              </a:lnSpc>
              <a:spcBef>
                <a:spcPts val="300"/>
              </a:spcBef>
              <a:spcAft>
                <a:spcPts val="0"/>
              </a:spcAft>
              <a:buClrTx/>
              <a:buSzTx/>
              <a:buFont typeface="Arial" panose="020B0604020202020204" pitchFamily="34" charset="0"/>
              <a:buChar char="•"/>
              <a:tabLst/>
              <a:defRPr sz="2000">
                <a:solidFill>
                  <a:srgbClr val="A5A5A5"/>
                </a:solidFill>
                <a:latin typeface="Roboto Medium" pitchFamily="2" charset="0"/>
                <a:ea typeface="Roboto Medium" pitchFamily="2" charset="0"/>
                <a:cs typeface="Roboto Medium" pitchFamily="2" charset="0"/>
              </a:defRPr>
            </a:lvl1pPr>
            <a:lvl2pPr marL="574675" marR="0" indent="-117475"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100">
                <a:solidFill>
                  <a:schemeClr val="bg1"/>
                </a:solidFill>
              </a:defRPr>
            </a:lvl2pPr>
            <a:lvl3pPr marL="1031875" marR="0" indent="-117475"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ja-JP" dirty="0"/>
              <a:t>Editable body copy</a:t>
            </a:r>
          </a:p>
        </p:txBody>
      </p:sp>
      <p:sp>
        <p:nvSpPr>
          <p:cNvPr id="36" name="Text Placeholder 2">
            <a:extLst>
              <a:ext uri="{FF2B5EF4-FFF2-40B4-BE49-F238E27FC236}">
                <a16:creationId xmlns:a16="http://schemas.microsoft.com/office/drawing/2014/main" id="{4D8CAD92-AB23-784E-BBCE-25C0466B2FF0}"/>
              </a:ext>
            </a:extLst>
          </p:cNvPr>
          <p:cNvSpPr>
            <a:spLocks noGrp="1"/>
          </p:cNvSpPr>
          <p:nvPr>
            <p:ph type="body" sz="quarter" idx="19" hasCustomPrompt="1"/>
          </p:nvPr>
        </p:nvSpPr>
        <p:spPr>
          <a:xfrm>
            <a:off x="8445147" y="4869160"/>
            <a:ext cx="3442051" cy="1152128"/>
          </a:xfrm>
          <a:prstGeom prst="rect">
            <a:avLst/>
          </a:prstGeom>
        </p:spPr>
        <p:txBody>
          <a:bodyPr/>
          <a:lstStyle>
            <a:lvl1pPr marL="285750" indent="-285750">
              <a:spcBef>
                <a:spcPts val="300"/>
              </a:spcBef>
              <a:buFont typeface="Arial" panose="020B0604020202020204" pitchFamily="34" charset="0"/>
              <a:buChar char="•"/>
              <a:defRPr sz="2000">
                <a:solidFill>
                  <a:srgbClr val="A5A5A5"/>
                </a:solidFill>
                <a:latin typeface="Roboto Medium" pitchFamily="2" charset="0"/>
                <a:ea typeface="Roboto Medium" pitchFamily="2" charset="0"/>
                <a:cs typeface="Roboto Medium" pitchFamily="2" charset="0"/>
              </a:defRPr>
            </a:lvl1pPr>
            <a:lvl2pPr marL="400050" indent="-157163">
              <a:spcBef>
                <a:spcPts val="900"/>
              </a:spcBef>
              <a:tabLst/>
              <a:defRPr sz="1100">
                <a:solidFill>
                  <a:schemeClr val="bg1"/>
                </a:solidFill>
              </a:defRPr>
            </a:lvl2pPr>
            <a:lvl3pPr marL="744538" indent="-150813">
              <a:spcBef>
                <a:spcPts val="900"/>
              </a:spcBef>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p:txBody>
      </p:sp>
      <p:sp>
        <p:nvSpPr>
          <p:cNvPr id="14" name="Text Placeholder 2">
            <a:extLst>
              <a:ext uri="{FF2B5EF4-FFF2-40B4-BE49-F238E27FC236}">
                <a16:creationId xmlns:a16="http://schemas.microsoft.com/office/drawing/2014/main" id="{9133F4C6-1C2F-3C4D-AEE3-3C40BF75EF44}"/>
              </a:ext>
            </a:extLst>
          </p:cNvPr>
          <p:cNvSpPr>
            <a:spLocks noGrp="1"/>
          </p:cNvSpPr>
          <p:nvPr>
            <p:ph type="body" sz="quarter" idx="20"/>
          </p:nvPr>
        </p:nvSpPr>
        <p:spPr>
          <a:xfrm>
            <a:off x="623392" y="1340768"/>
            <a:ext cx="11089232" cy="864096"/>
          </a:xfrm>
          <a:prstGeom prst="rect">
            <a:avLst/>
          </a:prstGeom>
        </p:spPr>
        <p:txBody>
          <a:bodyPr anchor="ctr"/>
          <a:lstStyle>
            <a:lvl1pPr marL="0" indent="0">
              <a:spcBef>
                <a:spcPts val="1000"/>
              </a:spcBef>
              <a:buNone/>
              <a:defRPr sz="2400">
                <a:solidFill>
                  <a:srgbClr val="A5A5A5"/>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28" name="Picture Placeholder 2">
            <a:extLst>
              <a:ext uri="{FF2B5EF4-FFF2-40B4-BE49-F238E27FC236}">
                <a16:creationId xmlns:a16="http://schemas.microsoft.com/office/drawing/2014/main" id="{2F415E3C-898F-174D-87AF-BF01FE9814F3}"/>
              </a:ext>
            </a:extLst>
          </p:cNvPr>
          <p:cNvSpPr>
            <a:spLocks noGrp="1"/>
          </p:cNvSpPr>
          <p:nvPr>
            <p:ph type="pic" sz="quarter" idx="24"/>
          </p:nvPr>
        </p:nvSpPr>
        <p:spPr>
          <a:xfrm>
            <a:off x="699247" y="2526937"/>
            <a:ext cx="3291840" cy="2167128"/>
          </a:xfrm>
          <a:prstGeom prst="rect">
            <a:avLst/>
          </a:prstGeom>
        </p:spPr>
        <p:txBody>
          <a:bodyPr/>
          <a:lstStyle>
            <a:lvl1pPr>
              <a:defRPr sz="1400">
                <a:solidFill>
                  <a:srgbClr val="A5A5A5"/>
                </a:solidFill>
                <a:latin typeface="Roboto Medium" pitchFamily="2" charset="0"/>
                <a:ea typeface="Roboto Medium" pitchFamily="2" charset="0"/>
                <a:cs typeface="Roboto Medium" pitchFamily="2" charset="0"/>
              </a:defRPr>
            </a:lvl1pPr>
          </a:lstStyle>
          <a:p>
            <a:endParaRPr lang="en-US" dirty="0"/>
          </a:p>
        </p:txBody>
      </p:sp>
      <p:sp>
        <p:nvSpPr>
          <p:cNvPr id="21"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4583041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3 Images Slide Black">
    <p:bg bwMode="gray">
      <p:bgPr>
        <a:solidFill>
          <a:schemeClr val="bg1"/>
        </a:solidFill>
        <a:effectLst/>
      </p:bgPr>
    </p:bg>
    <p:spTree>
      <p:nvGrpSpPr>
        <p:cNvPr id="1" name=""/>
        <p:cNvGrpSpPr/>
        <p:nvPr/>
      </p:nvGrpSpPr>
      <p:grpSpPr>
        <a:xfrm>
          <a:off x="0" y="0"/>
          <a:ext cx="0" cy="0"/>
          <a:chOff x="0" y="0"/>
          <a:chExt cx="0" cy="0"/>
        </a:xfrm>
      </p:grpSpPr>
      <p:pic>
        <p:nvPicPr>
          <p:cNvPr id="12"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22" name="Picture Placeholder 2">
            <a:extLst>
              <a:ext uri="{FF2B5EF4-FFF2-40B4-BE49-F238E27FC236}">
                <a16:creationId xmlns:a16="http://schemas.microsoft.com/office/drawing/2014/main" id="{F32C3D9F-FFE4-0F49-B358-349DAE3C537A}"/>
              </a:ext>
            </a:extLst>
          </p:cNvPr>
          <p:cNvSpPr>
            <a:spLocks noGrp="1"/>
          </p:cNvSpPr>
          <p:nvPr>
            <p:ph type="pic" sz="quarter" idx="22"/>
          </p:nvPr>
        </p:nvSpPr>
        <p:spPr>
          <a:xfrm>
            <a:off x="8480943" y="2527475"/>
            <a:ext cx="3291840" cy="2167128"/>
          </a:xfrm>
          <a:prstGeom prst="rect">
            <a:avLst/>
          </a:prstGeom>
        </p:spPr>
        <p:txBody>
          <a:bodyPr/>
          <a:lstStyle>
            <a:lvl1pPr>
              <a:defRPr sz="1400">
                <a:solidFill>
                  <a:schemeClr val="bg1"/>
                </a:solidFill>
                <a:latin typeface="Roboto Medium" pitchFamily="2" charset="0"/>
                <a:ea typeface="Roboto Medium" pitchFamily="2" charset="0"/>
                <a:cs typeface="Roboto Medium" pitchFamily="2" charset="0"/>
              </a:defRPr>
            </a:lvl1pPr>
          </a:lstStyle>
          <a:p>
            <a:endParaRPr lang="en-US"/>
          </a:p>
        </p:txBody>
      </p:sp>
      <p:sp>
        <p:nvSpPr>
          <p:cNvPr id="27" name="Picture Placeholder 2">
            <a:extLst>
              <a:ext uri="{FF2B5EF4-FFF2-40B4-BE49-F238E27FC236}">
                <a16:creationId xmlns:a16="http://schemas.microsoft.com/office/drawing/2014/main" id="{6CCF012A-37B8-A846-96C9-F68F190709BA}"/>
              </a:ext>
            </a:extLst>
          </p:cNvPr>
          <p:cNvSpPr>
            <a:spLocks noGrp="1"/>
          </p:cNvSpPr>
          <p:nvPr>
            <p:ph type="pic" sz="quarter" idx="23"/>
          </p:nvPr>
        </p:nvSpPr>
        <p:spPr>
          <a:xfrm>
            <a:off x="4583894" y="2527476"/>
            <a:ext cx="3291840" cy="2167128"/>
          </a:xfrm>
          <a:prstGeom prst="rect">
            <a:avLst/>
          </a:prstGeom>
        </p:spPr>
        <p:txBody>
          <a:bodyPr/>
          <a:lstStyle>
            <a:lvl1pPr>
              <a:defRPr sz="1400">
                <a:solidFill>
                  <a:schemeClr val="bg1"/>
                </a:solidFill>
                <a:latin typeface="Roboto Medium" pitchFamily="2" charset="0"/>
                <a:ea typeface="Roboto Medium" pitchFamily="2" charset="0"/>
                <a:cs typeface="Roboto Medium" pitchFamily="2" charset="0"/>
              </a:defRPr>
            </a:lvl1pPr>
          </a:lstStyle>
          <a:p>
            <a:endParaRPr lang="en-US"/>
          </a:p>
        </p:txBody>
      </p:sp>
      <p:sp>
        <p:nvSpPr>
          <p:cNvPr id="17"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996502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23" name="Text Placeholder 2">
            <a:extLst>
              <a:ext uri="{FF2B5EF4-FFF2-40B4-BE49-F238E27FC236}">
                <a16:creationId xmlns:a16="http://schemas.microsoft.com/office/drawing/2014/main" id="{A171FABC-7F9F-3F4F-AF20-A434E98D4512}"/>
              </a:ext>
            </a:extLst>
          </p:cNvPr>
          <p:cNvSpPr>
            <a:spLocks noGrp="1"/>
          </p:cNvSpPr>
          <p:nvPr>
            <p:ph type="body" sz="quarter" idx="17" hasCustomPrompt="1"/>
          </p:nvPr>
        </p:nvSpPr>
        <p:spPr>
          <a:xfrm>
            <a:off x="623393" y="4869160"/>
            <a:ext cx="3442051" cy="1152128"/>
          </a:xfrm>
          <a:prstGeom prst="rect">
            <a:avLst/>
          </a:prstGeom>
        </p:spPr>
        <p:txBody>
          <a:bodyPr/>
          <a:lstStyle>
            <a:lvl1pPr marL="171450" indent="-171450">
              <a:spcBef>
                <a:spcPts val="300"/>
              </a:spcBef>
              <a:buFont typeface="Arial" panose="020B0604020202020204" pitchFamily="34" charset="0"/>
              <a:buChar char="•"/>
              <a:defRPr sz="2000">
                <a:solidFill>
                  <a:schemeClr val="bg1"/>
                </a:solidFill>
                <a:latin typeface="Roboto Medium" pitchFamily="2" charset="0"/>
                <a:ea typeface="Roboto Medium" pitchFamily="2" charset="0"/>
                <a:cs typeface="Roboto Medium" pitchFamily="2" charset="0"/>
              </a:defRPr>
            </a:lvl1pPr>
            <a:lvl2pPr marL="400050" indent="-157163">
              <a:spcBef>
                <a:spcPts val="900"/>
              </a:spcBef>
              <a:tabLst/>
              <a:defRPr sz="1100">
                <a:solidFill>
                  <a:schemeClr val="bg1"/>
                </a:solidFill>
              </a:defRPr>
            </a:lvl2pPr>
            <a:lvl3pPr marL="744538" indent="-150813">
              <a:spcBef>
                <a:spcPts val="900"/>
              </a:spcBef>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p:txBody>
      </p:sp>
      <p:sp>
        <p:nvSpPr>
          <p:cNvPr id="24" name="Text Placeholder 2">
            <a:extLst>
              <a:ext uri="{FF2B5EF4-FFF2-40B4-BE49-F238E27FC236}">
                <a16:creationId xmlns:a16="http://schemas.microsoft.com/office/drawing/2014/main" id="{7AFFC4A7-46EC-C047-99A4-7BC9BF12521C}"/>
              </a:ext>
            </a:extLst>
          </p:cNvPr>
          <p:cNvSpPr>
            <a:spLocks noGrp="1"/>
          </p:cNvSpPr>
          <p:nvPr>
            <p:ph type="body" sz="quarter" idx="18" hasCustomPrompt="1"/>
          </p:nvPr>
        </p:nvSpPr>
        <p:spPr>
          <a:xfrm>
            <a:off x="4480249" y="4869160"/>
            <a:ext cx="3442051" cy="1152128"/>
          </a:xfrm>
          <a:prstGeom prst="rect">
            <a:avLst/>
          </a:prstGeom>
        </p:spPr>
        <p:txBody>
          <a:bodyPr/>
          <a:lstStyle>
            <a:lvl1pPr marL="230188" marR="0" indent="-230188" algn="l" defTabSz="914400" rtl="0" eaLnBrk="1" fontAlgn="auto" latinLnBrk="0" hangingPunct="1">
              <a:lnSpc>
                <a:spcPct val="90000"/>
              </a:lnSpc>
              <a:spcBef>
                <a:spcPts val="300"/>
              </a:spcBef>
              <a:spcAft>
                <a:spcPts val="0"/>
              </a:spcAft>
              <a:buClrTx/>
              <a:buSzTx/>
              <a:buFont typeface="Arial" panose="020B0604020202020204" pitchFamily="34" charset="0"/>
              <a:buChar char="•"/>
              <a:tabLst/>
              <a:defRPr sz="2000">
                <a:solidFill>
                  <a:schemeClr val="bg1"/>
                </a:solidFill>
                <a:latin typeface="Roboto Medium" pitchFamily="2" charset="0"/>
                <a:ea typeface="Roboto Medium" pitchFamily="2" charset="0"/>
                <a:cs typeface="Roboto Medium" pitchFamily="2" charset="0"/>
              </a:defRPr>
            </a:lvl1pPr>
            <a:lvl2pPr marL="574675" marR="0" indent="-117475"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100">
                <a:solidFill>
                  <a:schemeClr val="bg1"/>
                </a:solidFill>
              </a:defRPr>
            </a:lvl2pPr>
            <a:lvl3pPr marL="1031875" marR="0" indent="-117475"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ja-JP" dirty="0"/>
              <a:t>Editable body copy</a:t>
            </a:r>
          </a:p>
        </p:txBody>
      </p:sp>
      <p:sp>
        <p:nvSpPr>
          <p:cNvPr id="36" name="Text Placeholder 2">
            <a:extLst>
              <a:ext uri="{FF2B5EF4-FFF2-40B4-BE49-F238E27FC236}">
                <a16:creationId xmlns:a16="http://schemas.microsoft.com/office/drawing/2014/main" id="{4D8CAD92-AB23-784E-BBCE-25C0466B2FF0}"/>
              </a:ext>
            </a:extLst>
          </p:cNvPr>
          <p:cNvSpPr>
            <a:spLocks noGrp="1"/>
          </p:cNvSpPr>
          <p:nvPr>
            <p:ph type="body" sz="quarter" idx="19" hasCustomPrompt="1"/>
          </p:nvPr>
        </p:nvSpPr>
        <p:spPr>
          <a:xfrm>
            <a:off x="8445147" y="4869160"/>
            <a:ext cx="3442051" cy="1152128"/>
          </a:xfrm>
          <a:prstGeom prst="rect">
            <a:avLst/>
          </a:prstGeom>
        </p:spPr>
        <p:txBody>
          <a:bodyPr/>
          <a:lstStyle>
            <a:lvl1pPr marL="285750" indent="-285750">
              <a:spcBef>
                <a:spcPts val="300"/>
              </a:spcBef>
              <a:buFont typeface="Arial" panose="020B0604020202020204" pitchFamily="34" charset="0"/>
              <a:buChar char="•"/>
              <a:defRPr sz="2000">
                <a:solidFill>
                  <a:schemeClr val="bg1"/>
                </a:solidFill>
                <a:latin typeface="Roboto Medium" pitchFamily="2" charset="0"/>
                <a:ea typeface="Roboto Medium" pitchFamily="2" charset="0"/>
                <a:cs typeface="Roboto Medium" pitchFamily="2" charset="0"/>
              </a:defRPr>
            </a:lvl1pPr>
            <a:lvl2pPr marL="400050" indent="-157163">
              <a:spcBef>
                <a:spcPts val="900"/>
              </a:spcBef>
              <a:tabLst/>
              <a:defRPr sz="1100">
                <a:solidFill>
                  <a:schemeClr val="bg1"/>
                </a:solidFill>
              </a:defRPr>
            </a:lvl2pPr>
            <a:lvl3pPr marL="744538" indent="-150813">
              <a:spcBef>
                <a:spcPts val="900"/>
              </a:spcBef>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p:txBody>
      </p:sp>
      <p:sp>
        <p:nvSpPr>
          <p:cNvPr id="14" name="Text Placeholder 2">
            <a:extLst>
              <a:ext uri="{FF2B5EF4-FFF2-40B4-BE49-F238E27FC236}">
                <a16:creationId xmlns:a16="http://schemas.microsoft.com/office/drawing/2014/main" id="{9133F4C6-1C2F-3C4D-AEE3-3C40BF75EF44}"/>
              </a:ext>
            </a:extLst>
          </p:cNvPr>
          <p:cNvSpPr>
            <a:spLocks noGrp="1"/>
          </p:cNvSpPr>
          <p:nvPr>
            <p:ph type="body" sz="quarter" idx="20"/>
          </p:nvPr>
        </p:nvSpPr>
        <p:spPr>
          <a:xfrm>
            <a:off x="623392" y="1340768"/>
            <a:ext cx="11089232" cy="864096"/>
          </a:xfrm>
          <a:prstGeom prst="rect">
            <a:avLst/>
          </a:prstGeom>
        </p:spPr>
        <p:txBody>
          <a:bodyPr anchor="ctr"/>
          <a:lstStyle>
            <a:lvl1pPr marL="0" indent="0">
              <a:spcBef>
                <a:spcPts val="1000"/>
              </a:spcBef>
              <a:buNone/>
              <a:defRPr sz="2400">
                <a:solidFill>
                  <a:schemeClr val="bg1"/>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28" name="Picture Placeholder 2">
            <a:extLst>
              <a:ext uri="{FF2B5EF4-FFF2-40B4-BE49-F238E27FC236}">
                <a16:creationId xmlns:a16="http://schemas.microsoft.com/office/drawing/2014/main" id="{2F415E3C-898F-174D-87AF-BF01FE9814F3}"/>
              </a:ext>
            </a:extLst>
          </p:cNvPr>
          <p:cNvSpPr>
            <a:spLocks noGrp="1"/>
          </p:cNvSpPr>
          <p:nvPr>
            <p:ph type="pic" sz="quarter" idx="24"/>
          </p:nvPr>
        </p:nvSpPr>
        <p:spPr>
          <a:xfrm>
            <a:off x="699247" y="2526937"/>
            <a:ext cx="3291840" cy="2167128"/>
          </a:xfrm>
          <a:prstGeom prst="rect">
            <a:avLst/>
          </a:prstGeom>
        </p:spPr>
        <p:txBody>
          <a:bodyPr/>
          <a:lstStyle>
            <a:lvl1pPr>
              <a:defRPr sz="1400">
                <a:solidFill>
                  <a:schemeClr val="bg1"/>
                </a:solidFill>
                <a:latin typeface="Roboto Medium" pitchFamily="2" charset="0"/>
                <a:ea typeface="Roboto Medium" pitchFamily="2" charset="0"/>
                <a:cs typeface="Roboto Medium" pitchFamily="2" charset="0"/>
              </a:defRPr>
            </a:lvl1pPr>
          </a:lstStyle>
          <a:p>
            <a:endParaRPr lang="en-US" dirty="0"/>
          </a:p>
        </p:txBody>
      </p:sp>
      <p:sp>
        <p:nvSpPr>
          <p:cNvPr id="21"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4583041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able Slide Black">
    <p:bg bwMode="gray">
      <p:bgPr>
        <a:solidFill>
          <a:schemeClr val="bg1"/>
        </a:solidFill>
        <a:effectLst/>
      </p:bgPr>
    </p:bg>
    <p:spTree>
      <p:nvGrpSpPr>
        <p:cNvPr id="1" name=""/>
        <p:cNvGrpSpPr/>
        <p:nvPr/>
      </p:nvGrpSpPr>
      <p:grpSpPr>
        <a:xfrm>
          <a:off x="0" y="0"/>
          <a:ext cx="0" cy="0"/>
          <a:chOff x="0" y="0"/>
          <a:chExt cx="0" cy="0"/>
        </a:xfrm>
      </p:grpSpPr>
      <p:pic>
        <p:nvPicPr>
          <p:cNvPr id="8194" name="Picture 2" descr="C:\Users\Admin\Downloads\ilovepdf_pages-to-jpg (4)\RU_PPT Template-Grey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Table page</a:t>
            </a:r>
          </a:p>
        </p:txBody>
      </p:sp>
      <p:sp>
        <p:nvSpPr>
          <p:cNvPr id="8" name="Text Placeholder 2">
            <a:extLst>
              <a:ext uri="{FF2B5EF4-FFF2-40B4-BE49-F238E27FC236}">
                <a16:creationId xmlns:a16="http://schemas.microsoft.com/office/drawing/2014/main" id="{A7260009-5486-ED4F-84C4-78FE71BC59FC}"/>
              </a:ext>
            </a:extLst>
          </p:cNvPr>
          <p:cNvSpPr>
            <a:spLocks noGrp="1"/>
          </p:cNvSpPr>
          <p:nvPr>
            <p:ph type="body" sz="quarter" idx="17"/>
          </p:nvPr>
        </p:nvSpPr>
        <p:spPr>
          <a:xfrm>
            <a:off x="623392" y="1340768"/>
            <a:ext cx="11089232" cy="864096"/>
          </a:xfrm>
          <a:prstGeom prst="rect">
            <a:avLst/>
          </a:prstGeom>
        </p:spPr>
        <p:txBody>
          <a:bodyPr anchor="ctr"/>
          <a:lstStyle>
            <a:lvl1pPr marL="0" indent="0">
              <a:spcBef>
                <a:spcPts val="1000"/>
              </a:spcBef>
              <a:buNone/>
              <a:defRPr sz="2400">
                <a:solidFill>
                  <a:schemeClr val="bg1"/>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4" name="Table Placeholder 3">
            <a:extLst>
              <a:ext uri="{FF2B5EF4-FFF2-40B4-BE49-F238E27FC236}">
                <a16:creationId xmlns:a16="http://schemas.microsoft.com/office/drawing/2014/main" id="{941EFC9F-B96F-204C-8057-F2337DEBA477}"/>
              </a:ext>
            </a:extLst>
          </p:cNvPr>
          <p:cNvSpPr>
            <a:spLocks noGrp="1"/>
          </p:cNvSpPr>
          <p:nvPr>
            <p:ph type="tbl" sz="quarter" idx="18" hasCustomPrompt="1"/>
          </p:nvPr>
        </p:nvSpPr>
        <p:spPr>
          <a:xfrm>
            <a:off x="623392" y="2204864"/>
            <a:ext cx="11089183" cy="3887961"/>
          </a:xfrm>
          <a:prstGeom prst="rect">
            <a:avLst/>
          </a:prstGeom>
        </p:spPr>
        <p:txBody>
          <a:bodyPr/>
          <a:lstStyle>
            <a:lvl1pPr>
              <a:defRPr>
                <a:solidFill>
                  <a:schemeClr val="bg1"/>
                </a:solidFill>
                <a:latin typeface="Roboto Medium" pitchFamily="2" charset="0"/>
                <a:ea typeface="Roboto Medium" pitchFamily="2" charset="0"/>
                <a:cs typeface="Roboto Medium" pitchFamily="2" charset="0"/>
              </a:defRPr>
            </a:lvl1pPr>
          </a:lstStyle>
          <a:p>
            <a:r>
              <a:rPr lang="en-US" dirty="0"/>
              <a:t>Click icon to add Table</a:t>
            </a:r>
          </a:p>
        </p:txBody>
      </p:sp>
      <p:sp>
        <p:nvSpPr>
          <p:cNvPr id="9"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0254700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able Slide Black">
    <p:bg bwMode="gray">
      <p:bgPr>
        <a:solidFill>
          <a:schemeClr val="bg1"/>
        </a:solidFill>
        <a:effectLst/>
      </p:bgPr>
    </p:bg>
    <p:spTree>
      <p:nvGrpSpPr>
        <p:cNvPr id="1" name=""/>
        <p:cNvGrpSpPr/>
        <p:nvPr/>
      </p:nvGrpSpPr>
      <p:grpSpPr>
        <a:xfrm>
          <a:off x="0" y="0"/>
          <a:ext cx="0" cy="0"/>
          <a:chOff x="0" y="0"/>
          <a:chExt cx="0" cy="0"/>
        </a:xfrm>
      </p:grpSpPr>
      <p:pic>
        <p:nvPicPr>
          <p:cNvPr id="9218" name="Picture 2" descr="C:\Users\Admin\Downloads\ilovepdf_pages-to-jpg (3)\RU_PPT Template-White Blank (1)_page-0005.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Table page</a:t>
            </a:r>
          </a:p>
        </p:txBody>
      </p:sp>
      <p:sp>
        <p:nvSpPr>
          <p:cNvPr id="8" name="Text Placeholder 2">
            <a:extLst>
              <a:ext uri="{FF2B5EF4-FFF2-40B4-BE49-F238E27FC236}">
                <a16:creationId xmlns:a16="http://schemas.microsoft.com/office/drawing/2014/main" id="{A7260009-5486-ED4F-84C4-78FE71BC59FC}"/>
              </a:ext>
            </a:extLst>
          </p:cNvPr>
          <p:cNvSpPr>
            <a:spLocks noGrp="1"/>
          </p:cNvSpPr>
          <p:nvPr>
            <p:ph type="body" sz="quarter" idx="17"/>
          </p:nvPr>
        </p:nvSpPr>
        <p:spPr>
          <a:xfrm>
            <a:off x="623392" y="1340768"/>
            <a:ext cx="11089232" cy="864096"/>
          </a:xfrm>
          <a:prstGeom prst="rect">
            <a:avLst/>
          </a:prstGeom>
        </p:spPr>
        <p:txBody>
          <a:bodyPr anchor="ctr"/>
          <a:lstStyle>
            <a:lvl1pPr marL="0" indent="0">
              <a:spcBef>
                <a:spcPts val="1000"/>
              </a:spcBef>
              <a:buNone/>
              <a:defRPr sz="2400">
                <a:solidFill>
                  <a:srgbClr val="A5A5A5"/>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4" name="Table Placeholder 3">
            <a:extLst>
              <a:ext uri="{FF2B5EF4-FFF2-40B4-BE49-F238E27FC236}">
                <a16:creationId xmlns:a16="http://schemas.microsoft.com/office/drawing/2014/main" id="{941EFC9F-B96F-204C-8057-F2337DEBA477}"/>
              </a:ext>
            </a:extLst>
          </p:cNvPr>
          <p:cNvSpPr>
            <a:spLocks noGrp="1"/>
          </p:cNvSpPr>
          <p:nvPr>
            <p:ph type="tbl" sz="quarter" idx="18" hasCustomPrompt="1"/>
          </p:nvPr>
        </p:nvSpPr>
        <p:spPr>
          <a:xfrm>
            <a:off x="623392" y="2204864"/>
            <a:ext cx="11089183" cy="3887961"/>
          </a:xfrm>
          <a:prstGeom prst="rect">
            <a:avLst/>
          </a:prstGeom>
        </p:spPr>
        <p:txBody>
          <a:bodyPr/>
          <a:lstStyle>
            <a:lvl1pPr>
              <a:defRPr>
                <a:solidFill>
                  <a:srgbClr val="A5A5A5"/>
                </a:solidFill>
                <a:latin typeface="Roboto Medium" pitchFamily="2" charset="0"/>
                <a:ea typeface="Roboto Medium" pitchFamily="2" charset="0"/>
                <a:cs typeface="Roboto Medium" pitchFamily="2" charset="0"/>
              </a:defRPr>
            </a:lvl1pPr>
          </a:lstStyle>
          <a:p>
            <a:r>
              <a:rPr lang="en-US" dirty="0"/>
              <a:t>Click icon to add Table</a:t>
            </a:r>
          </a:p>
        </p:txBody>
      </p:sp>
      <p:sp>
        <p:nvSpPr>
          <p:cNvPr id="9"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0254700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Graph Slide Black">
    <p:bg bwMode="gray">
      <p:bgPr>
        <a:solidFill>
          <a:schemeClr val="bg1"/>
        </a:solidFill>
        <a:effectLst/>
      </p:bgPr>
    </p:bg>
    <p:spTree>
      <p:nvGrpSpPr>
        <p:cNvPr id="1" name=""/>
        <p:cNvGrpSpPr/>
        <p:nvPr/>
      </p:nvGrpSpPr>
      <p:grpSpPr>
        <a:xfrm>
          <a:off x="0" y="0"/>
          <a:ext cx="0" cy="0"/>
          <a:chOff x="0" y="0"/>
          <a:chExt cx="0" cy="0"/>
        </a:xfrm>
      </p:grpSpPr>
      <p:pic>
        <p:nvPicPr>
          <p:cNvPr id="12290" name="Picture 2" descr="C:\Users\Admin\Downloads\ilovepdf_pages-to-jpg (4)\RU_PPT Template-Grey Blank (1)_page-0005.jpg"/>
          <p:cNvPicPr>
            <a:picLocks noChangeAspect="1" noChangeArrowheads="1"/>
          </p:cNvPicPr>
          <p:nvPr userDrawn="1"/>
        </p:nvPicPr>
        <p:blipFill>
          <a:blip r:embed="rId2"/>
          <a:srcRect/>
          <a:stretch>
            <a:fillRect/>
          </a:stretch>
        </p:blipFill>
        <p:spPr bwMode="auto">
          <a:xfrm>
            <a:off x="0" y="0"/>
            <a:ext cx="12193191" cy="6858000"/>
          </a:xfrm>
          <a:prstGeom prst="rect">
            <a:avLst/>
          </a:prstGeom>
          <a:noFill/>
        </p:spPr>
      </p:pic>
      <p:sp>
        <p:nvSpPr>
          <p:cNvPr id="5" name="Chart Placeholder 4">
            <a:extLst>
              <a:ext uri="{FF2B5EF4-FFF2-40B4-BE49-F238E27FC236}">
                <a16:creationId xmlns:a16="http://schemas.microsoft.com/office/drawing/2014/main" id="{C95A2DA0-563A-2A49-9D5E-DC5BC2FF0F6D}"/>
              </a:ext>
            </a:extLst>
          </p:cNvPr>
          <p:cNvSpPr>
            <a:spLocks noGrp="1"/>
          </p:cNvSpPr>
          <p:nvPr>
            <p:ph type="chart" sz="quarter" idx="19" hasCustomPrompt="1"/>
          </p:nvPr>
        </p:nvSpPr>
        <p:spPr>
          <a:xfrm>
            <a:off x="407368" y="2276872"/>
            <a:ext cx="11325348" cy="3751914"/>
          </a:xfrm>
          <a:prstGeom prst="rect">
            <a:avLst/>
          </a:prstGeom>
          <a:ln>
            <a:noFill/>
          </a:ln>
        </p:spPr>
        <p:txBody>
          <a:bodyPr/>
          <a:lstStyle>
            <a:lvl1pPr>
              <a:defRPr>
                <a:solidFill>
                  <a:schemeClr val="bg1"/>
                </a:solidFill>
                <a:latin typeface="Roboto Medium" pitchFamily="2" charset="0"/>
                <a:ea typeface="Roboto Medium" pitchFamily="2" charset="0"/>
                <a:cs typeface="Roboto Medium" pitchFamily="2" charset="0"/>
              </a:defRPr>
            </a:lvl1pPr>
          </a:lstStyle>
          <a:p>
            <a:r>
              <a:rPr lang="en-US" dirty="0"/>
              <a:t>Click icon to add bar Graph</a:t>
            </a:r>
          </a:p>
        </p:txBody>
      </p:sp>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p:nvPr>
        </p:nvSpPr>
        <p:spPr>
          <a:xfrm>
            <a:off x="623392" y="1340768"/>
            <a:ext cx="11089232" cy="864096"/>
          </a:xfrm>
          <a:prstGeom prst="rect">
            <a:avLst/>
          </a:prstGeom>
        </p:spPr>
        <p:txBody>
          <a:bodyPr anchor="ctr"/>
          <a:lstStyle>
            <a:lvl1pPr marL="0" indent="0">
              <a:spcBef>
                <a:spcPts val="1000"/>
              </a:spcBef>
              <a:buNone/>
              <a:defRPr sz="2400">
                <a:solidFill>
                  <a:schemeClr val="bg1"/>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Bar</a:t>
            </a:r>
            <a:br>
              <a:rPr lang="en-US" dirty="0"/>
            </a:br>
            <a:r>
              <a:rPr lang="en-US" dirty="0"/>
              <a:t>Graph</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7231461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Graph Slide Black">
    <p:bg bwMode="gray">
      <p:bgPr>
        <a:solidFill>
          <a:schemeClr val="bg1"/>
        </a:solidFill>
        <a:effectLst/>
      </p:bgPr>
    </p:bg>
    <p:spTree>
      <p:nvGrpSpPr>
        <p:cNvPr id="1" name=""/>
        <p:cNvGrpSpPr/>
        <p:nvPr/>
      </p:nvGrpSpPr>
      <p:grpSpPr>
        <a:xfrm>
          <a:off x="0" y="0"/>
          <a:ext cx="0" cy="0"/>
          <a:chOff x="0" y="0"/>
          <a:chExt cx="0" cy="0"/>
        </a:xfrm>
      </p:grpSpPr>
      <p:pic>
        <p:nvPicPr>
          <p:cNvPr id="13314" name="Picture 2" descr="C:\Users\Admin\Downloads\ilovepdf_pages-to-jpg (3)\RU_PPT Template-White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5" name="Chart Placeholder 4">
            <a:extLst>
              <a:ext uri="{FF2B5EF4-FFF2-40B4-BE49-F238E27FC236}">
                <a16:creationId xmlns:a16="http://schemas.microsoft.com/office/drawing/2014/main" id="{C95A2DA0-563A-2A49-9D5E-DC5BC2FF0F6D}"/>
              </a:ext>
            </a:extLst>
          </p:cNvPr>
          <p:cNvSpPr>
            <a:spLocks noGrp="1"/>
          </p:cNvSpPr>
          <p:nvPr>
            <p:ph type="chart" sz="quarter" idx="19" hasCustomPrompt="1"/>
          </p:nvPr>
        </p:nvSpPr>
        <p:spPr>
          <a:xfrm>
            <a:off x="407368" y="2276872"/>
            <a:ext cx="11325348" cy="3751914"/>
          </a:xfrm>
          <a:prstGeom prst="rect">
            <a:avLst/>
          </a:prstGeom>
          <a:ln>
            <a:noFill/>
          </a:ln>
        </p:spPr>
        <p:txBody>
          <a:bodyPr/>
          <a:lstStyle>
            <a:lvl1pPr>
              <a:defRPr>
                <a:solidFill>
                  <a:srgbClr val="A5A5A5"/>
                </a:solidFill>
                <a:latin typeface="Roboto Medium" pitchFamily="2" charset="0"/>
                <a:ea typeface="Roboto Medium" pitchFamily="2" charset="0"/>
                <a:cs typeface="Roboto Medium" pitchFamily="2" charset="0"/>
              </a:defRPr>
            </a:lvl1pPr>
          </a:lstStyle>
          <a:p>
            <a:r>
              <a:rPr lang="en-US" dirty="0"/>
              <a:t>Click icon to add bar Graph</a:t>
            </a:r>
          </a:p>
        </p:txBody>
      </p:sp>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p:nvPr>
        </p:nvSpPr>
        <p:spPr>
          <a:xfrm>
            <a:off x="623392" y="1340768"/>
            <a:ext cx="11089232" cy="864096"/>
          </a:xfrm>
          <a:prstGeom prst="rect">
            <a:avLst/>
          </a:prstGeom>
        </p:spPr>
        <p:txBody>
          <a:bodyPr anchor="ctr"/>
          <a:lstStyle>
            <a:lvl1pPr marL="0" indent="0">
              <a:spcBef>
                <a:spcPts val="1000"/>
              </a:spcBef>
              <a:buNone/>
              <a:defRPr sz="2400">
                <a:solidFill>
                  <a:srgbClr val="A5A5A5"/>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Bar</a:t>
            </a:r>
            <a:br>
              <a:rPr lang="en-US" dirty="0"/>
            </a:br>
            <a:r>
              <a:rPr lang="en-US" dirty="0"/>
              <a:t>Graph</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7231461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py and Graph Black">
    <p:bg bwMode="gray">
      <p:bgPr>
        <a:solidFill>
          <a:schemeClr val="bg1"/>
        </a:solidFill>
        <a:effectLst/>
      </p:bgPr>
    </p:bg>
    <p:spTree>
      <p:nvGrpSpPr>
        <p:cNvPr id="1" name=""/>
        <p:cNvGrpSpPr/>
        <p:nvPr/>
      </p:nvGrpSpPr>
      <p:grpSpPr>
        <a:xfrm>
          <a:off x="0" y="0"/>
          <a:ext cx="0" cy="0"/>
          <a:chOff x="0" y="0"/>
          <a:chExt cx="0" cy="0"/>
        </a:xfrm>
      </p:grpSpPr>
      <p:pic>
        <p:nvPicPr>
          <p:cNvPr id="9" name="Picture 2" descr="C:\Users\Admin\Downloads\ilovepdf_pages-to-jpg (4)\RU_PPT Template-Grey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5" name="Chart Placeholder 4">
            <a:extLst>
              <a:ext uri="{FF2B5EF4-FFF2-40B4-BE49-F238E27FC236}">
                <a16:creationId xmlns:a16="http://schemas.microsoft.com/office/drawing/2014/main" id="{C95A2DA0-563A-2A49-9D5E-DC5BC2FF0F6D}"/>
              </a:ext>
            </a:extLst>
          </p:cNvPr>
          <p:cNvSpPr>
            <a:spLocks noGrp="1"/>
          </p:cNvSpPr>
          <p:nvPr>
            <p:ph type="chart" sz="quarter" idx="19"/>
          </p:nvPr>
        </p:nvSpPr>
        <p:spPr>
          <a:xfrm>
            <a:off x="6328612" y="1376067"/>
            <a:ext cx="5404104" cy="4789237"/>
          </a:xfrm>
          <a:prstGeom prst="rect">
            <a:avLst/>
          </a:prstGeom>
        </p:spPr>
        <p:txBody>
          <a:bodyPr/>
          <a:lstStyle>
            <a:lvl1pPr>
              <a:defRPr>
                <a:solidFill>
                  <a:schemeClr val="bg1"/>
                </a:solidFill>
                <a:latin typeface="Roboto Medium" pitchFamily="2" charset="0"/>
                <a:ea typeface="Roboto Medium" pitchFamily="2" charset="0"/>
                <a:cs typeface="Roboto Medium" pitchFamily="2" charset="0"/>
              </a:defRPr>
            </a:lvl1pPr>
          </a:lstStyle>
          <a:p>
            <a:r>
              <a:rPr lang="en-US" dirty="0"/>
              <a:t>Click icon to add chart</a:t>
            </a:r>
          </a:p>
        </p:txBody>
      </p:sp>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hasCustomPrompt="1"/>
          </p:nvPr>
        </p:nvSpPr>
        <p:spPr>
          <a:xfrm>
            <a:off x="623392" y="1399629"/>
            <a:ext cx="5230853" cy="4722813"/>
          </a:xfrm>
          <a:prstGeom prst="rect">
            <a:avLst/>
          </a:prstGeom>
        </p:spPr>
        <p:txBody>
          <a:bodyPr/>
          <a:lstStyle>
            <a:lvl1pPr>
              <a:spcBef>
                <a:spcPts val="1000"/>
              </a:spcBef>
              <a:defRPr sz="2400">
                <a:solidFill>
                  <a:schemeClr val="bg1"/>
                </a:solidFill>
                <a:latin typeface="Roboto Medium" pitchFamily="2" charset="0"/>
                <a:ea typeface="Roboto Medium" pitchFamily="2" charset="0"/>
                <a:cs typeface="Roboto Medium" pitchFamily="2" charset="0"/>
              </a:defRPr>
            </a:lvl1pPr>
            <a:lvl2pPr marL="458788" indent="-215900">
              <a:spcBef>
                <a:spcPts val="1000"/>
              </a:spcBef>
              <a:tabLst/>
              <a:defRPr sz="2200">
                <a:solidFill>
                  <a:schemeClr val="bg1"/>
                </a:solidFill>
                <a:latin typeface="Roboto Medium" pitchFamily="2" charset="0"/>
                <a:ea typeface="Roboto Medium" pitchFamily="2" charset="0"/>
                <a:cs typeface="Roboto Medium" pitchFamily="2" charset="0"/>
              </a:defRPr>
            </a:lvl2pPr>
            <a:lvl3pPr marL="809625" indent="-215900">
              <a:spcBef>
                <a:spcPts val="1000"/>
              </a:spcBef>
              <a:tabLst/>
              <a:defRPr sz="2000">
                <a:solidFill>
                  <a:schemeClr val="bg1"/>
                </a:solidFill>
                <a:latin typeface="Roboto Medium" pitchFamily="2" charset="0"/>
                <a:ea typeface="Roboto Medium" pitchFamily="2" charset="0"/>
                <a:cs typeface="Roboto Medium" pitchFamily="2" charset="0"/>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a:p>
            <a:pPr lvl="1"/>
            <a:r>
              <a:rPr lang="en-US" altLang="ja-JP" dirty="0"/>
              <a:t>Editable body copy</a:t>
            </a:r>
          </a:p>
          <a:p>
            <a:pPr lvl="2"/>
            <a:r>
              <a:rPr lang="en-US" altLang="ja-JP" dirty="0"/>
              <a:t>Editable body copy</a:t>
            </a:r>
          </a:p>
        </p:txBody>
      </p:sp>
      <p:sp>
        <p:nvSpPr>
          <p:cNvPr id="8"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69" y="395786"/>
            <a:ext cx="6211927"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5185102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Copy and Graph Black">
    <p:bg bwMode="gray">
      <p:bgPr>
        <a:solidFill>
          <a:schemeClr val="bg1"/>
        </a:solidFill>
        <a:effectLst/>
      </p:bgPr>
    </p:bg>
    <p:spTree>
      <p:nvGrpSpPr>
        <p:cNvPr id="1" name=""/>
        <p:cNvGrpSpPr/>
        <p:nvPr/>
      </p:nvGrpSpPr>
      <p:grpSpPr>
        <a:xfrm>
          <a:off x="0" y="0"/>
          <a:ext cx="0" cy="0"/>
          <a:chOff x="0" y="0"/>
          <a:chExt cx="0" cy="0"/>
        </a:xfrm>
      </p:grpSpPr>
      <p:pic>
        <p:nvPicPr>
          <p:cNvPr id="7" name="Picture 2" descr="C:\Users\Admin\Downloads\ilovepdf_pages-to-jpg (3)\RU_PPT Template-White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5" name="Chart Placeholder 4">
            <a:extLst>
              <a:ext uri="{FF2B5EF4-FFF2-40B4-BE49-F238E27FC236}">
                <a16:creationId xmlns:a16="http://schemas.microsoft.com/office/drawing/2014/main" id="{C95A2DA0-563A-2A49-9D5E-DC5BC2FF0F6D}"/>
              </a:ext>
            </a:extLst>
          </p:cNvPr>
          <p:cNvSpPr>
            <a:spLocks noGrp="1"/>
          </p:cNvSpPr>
          <p:nvPr>
            <p:ph type="chart" sz="quarter" idx="19"/>
          </p:nvPr>
        </p:nvSpPr>
        <p:spPr>
          <a:xfrm>
            <a:off x="6328612" y="1376067"/>
            <a:ext cx="5404104" cy="4789237"/>
          </a:xfrm>
          <a:prstGeom prst="rect">
            <a:avLst/>
          </a:prstGeom>
        </p:spPr>
        <p:txBody>
          <a:bodyPr/>
          <a:lstStyle>
            <a:lvl1pPr>
              <a:defRPr baseline="0">
                <a:solidFill>
                  <a:srgbClr val="A5A5A5"/>
                </a:solidFill>
                <a:latin typeface="Roboto Medium" pitchFamily="2" charset="0"/>
                <a:ea typeface="Roboto Medium" pitchFamily="2" charset="0"/>
                <a:cs typeface="Roboto Medium" pitchFamily="2" charset="0"/>
              </a:defRPr>
            </a:lvl1pPr>
          </a:lstStyle>
          <a:p>
            <a:r>
              <a:rPr lang="en-US" dirty="0"/>
              <a:t>Click icon to add chart</a:t>
            </a:r>
          </a:p>
        </p:txBody>
      </p:sp>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hasCustomPrompt="1"/>
          </p:nvPr>
        </p:nvSpPr>
        <p:spPr>
          <a:xfrm>
            <a:off x="623392" y="1399629"/>
            <a:ext cx="5230853" cy="4722813"/>
          </a:xfrm>
          <a:prstGeom prst="rect">
            <a:avLst/>
          </a:prstGeom>
        </p:spPr>
        <p:txBody>
          <a:bodyPr/>
          <a:lstStyle>
            <a:lvl1pPr>
              <a:spcBef>
                <a:spcPts val="1000"/>
              </a:spcBef>
              <a:defRPr sz="2400">
                <a:solidFill>
                  <a:srgbClr val="A5A5A5"/>
                </a:solidFill>
                <a:latin typeface="Roboto Medium" pitchFamily="2" charset="0"/>
                <a:ea typeface="Roboto Medium" pitchFamily="2" charset="0"/>
                <a:cs typeface="Roboto Medium" pitchFamily="2" charset="0"/>
              </a:defRPr>
            </a:lvl1pPr>
            <a:lvl2pPr marL="458788" indent="-215900">
              <a:spcBef>
                <a:spcPts val="1000"/>
              </a:spcBef>
              <a:tabLst/>
              <a:defRPr sz="2200">
                <a:solidFill>
                  <a:srgbClr val="A5A5A5"/>
                </a:solidFill>
                <a:latin typeface="Roboto Medium" pitchFamily="2" charset="0"/>
                <a:ea typeface="Roboto Medium" pitchFamily="2" charset="0"/>
                <a:cs typeface="Roboto Medium" pitchFamily="2" charset="0"/>
              </a:defRPr>
            </a:lvl2pPr>
            <a:lvl3pPr marL="809625" indent="-215900">
              <a:spcBef>
                <a:spcPts val="1000"/>
              </a:spcBef>
              <a:tabLst/>
              <a:defRPr sz="2000">
                <a:solidFill>
                  <a:srgbClr val="A5A5A5"/>
                </a:solidFill>
                <a:latin typeface="Roboto Medium" pitchFamily="2" charset="0"/>
                <a:ea typeface="Roboto Medium" pitchFamily="2" charset="0"/>
                <a:cs typeface="Roboto Medium" pitchFamily="2" charset="0"/>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a:p>
            <a:pPr lvl="1"/>
            <a:r>
              <a:rPr lang="en-US" altLang="ja-JP" dirty="0"/>
              <a:t>Editable body copy</a:t>
            </a:r>
          </a:p>
          <a:p>
            <a:pPr lvl="2"/>
            <a:r>
              <a:rPr lang="en-US" altLang="ja-JP" dirty="0"/>
              <a:t>Editable body copy</a:t>
            </a:r>
          </a:p>
        </p:txBody>
      </p:sp>
      <p:sp>
        <p:nvSpPr>
          <p:cNvPr id="8"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69" y="395786"/>
            <a:ext cx="6211927"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51851022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low Slide Black">
    <p:bg bwMode="gray">
      <p:bgPr>
        <a:solidFill>
          <a:schemeClr val="bg1"/>
        </a:solidFill>
        <a:effectLst/>
      </p:bgPr>
    </p:bg>
    <p:spTree>
      <p:nvGrpSpPr>
        <p:cNvPr id="1" name=""/>
        <p:cNvGrpSpPr/>
        <p:nvPr/>
      </p:nvGrpSpPr>
      <p:grpSpPr>
        <a:xfrm>
          <a:off x="0" y="0"/>
          <a:ext cx="0" cy="0"/>
          <a:chOff x="0" y="0"/>
          <a:chExt cx="0" cy="0"/>
        </a:xfrm>
      </p:grpSpPr>
      <p:pic>
        <p:nvPicPr>
          <p:cNvPr id="21" name="Picture 2" descr="C:\Users\Admin\Downloads\ilovepdf_pages-to-jpg (4)\RU_PPT Template-Grey Blank (1)_page-0005.jpg"/>
          <p:cNvPicPr>
            <a:picLocks noChangeAspect="1" noChangeArrowheads="1"/>
          </p:cNvPicPr>
          <p:nvPr userDrawn="1"/>
        </p:nvPicPr>
        <p:blipFill>
          <a:blip r:embed="rId2"/>
          <a:srcRect/>
          <a:stretch>
            <a:fillRect/>
          </a:stretch>
        </p:blipFill>
        <p:spPr bwMode="auto">
          <a:xfrm>
            <a:off x="0" y="0"/>
            <a:ext cx="12193191" cy="685800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Work Flow slide</a:t>
            </a:r>
          </a:p>
        </p:txBody>
      </p:sp>
      <p:sp>
        <p:nvSpPr>
          <p:cNvPr id="7" name="Text Placeholder 2">
            <a:extLst>
              <a:ext uri="{FF2B5EF4-FFF2-40B4-BE49-F238E27FC236}">
                <a16:creationId xmlns:a16="http://schemas.microsoft.com/office/drawing/2014/main" id="{9C105C5C-DB09-9B48-BE37-71390178EE77}"/>
              </a:ext>
            </a:extLst>
          </p:cNvPr>
          <p:cNvSpPr>
            <a:spLocks noGrp="1"/>
          </p:cNvSpPr>
          <p:nvPr>
            <p:ph type="body" sz="quarter" idx="17" hasCustomPrompt="1"/>
          </p:nvPr>
        </p:nvSpPr>
        <p:spPr>
          <a:xfrm>
            <a:off x="623392" y="1340768"/>
            <a:ext cx="11089232" cy="1008112"/>
          </a:xfrm>
          <a:prstGeom prst="rect">
            <a:avLst/>
          </a:prstGeom>
        </p:spPr>
        <p:txBody>
          <a:bodyPr anchor="ctr"/>
          <a:lstStyle>
            <a:lvl1pPr marL="0" indent="0">
              <a:spcBef>
                <a:spcPts val="1000"/>
              </a:spcBef>
              <a:buNone/>
              <a:defRPr sz="2400">
                <a:solidFill>
                  <a:schemeClr val="bg1"/>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Editable body copy</a:t>
            </a:r>
          </a:p>
        </p:txBody>
      </p:sp>
      <p:sp>
        <p:nvSpPr>
          <p:cNvPr id="2" name="Pentagon 1">
            <a:extLst>
              <a:ext uri="{FF2B5EF4-FFF2-40B4-BE49-F238E27FC236}">
                <a16:creationId xmlns:a16="http://schemas.microsoft.com/office/drawing/2014/main" id="{8FBA3758-16A0-D14A-BD36-337B1D31271F}"/>
              </a:ext>
            </a:extLst>
          </p:cNvPr>
          <p:cNvSpPr/>
          <p:nvPr userDrawn="1"/>
        </p:nvSpPr>
        <p:spPr>
          <a:xfrm>
            <a:off x="808086" y="2636912"/>
            <a:ext cx="3816424" cy="1800200"/>
          </a:xfrm>
          <a:prstGeom prst="homePlate">
            <a:avLst>
              <a:gd name="adj" fmla="val 22899"/>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Roboto Medium" pitchFamily="2" charset="0"/>
              <a:ea typeface="Roboto Medium" pitchFamily="2" charset="0"/>
              <a:cs typeface="Nobel-Light" panose="02000506020000020004" pitchFamily="2" charset="0"/>
            </a:endParaRPr>
          </a:p>
        </p:txBody>
      </p:sp>
      <p:sp>
        <p:nvSpPr>
          <p:cNvPr id="15" name="Freeform 14">
            <a:extLst>
              <a:ext uri="{FF2B5EF4-FFF2-40B4-BE49-F238E27FC236}">
                <a16:creationId xmlns:a16="http://schemas.microsoft.com/office/drawing/2014/main" id="{64720C1A-BDFE-E146-B6ED-4700DEA3F3E3}"/>
              </a:ext>
            </a:extLst>
          </p:cNvPr>
          <p:cNvSpPr/>
          <p:nvPr userDrawn="1"/>
        </p:nvSpPr>
        <p:spPr>
          <a:xfrm>
            <a:off x="4408486" y="2636912"/>
            <a:ext cx="3487714" cy="1800200"/>
          </a:xfrm>
          <a:custGeom>
            <a:avLst/>
            <a:gdLst>
              <a:gd name="connsiteX0" fmla="*/ 0 w 3487714"/>
              <a:gd name="connsiteY0" fmla="*/ 0 h 1800200"/>
              <a:gd name="connsiteX1" fmla="*/ 3075486 w 3487714"/>
              <a:gd name="connsiteY1" fmla="*/ 0 h 1800200"/>
              <a:gd name="connsiteX2" fmla="*/ 3487714 w 3487714"/>
              <a:gd name="connsiteY2" fmla="*/ 900100 h 1800200"/>
              <a:gd name="connsiteX3" fmla="*/ 3075486 w 3487714"/>
              <a:gd name="connsiteY3" fmla="*/ 1800200 h 1800200"/>
              <a:gd name="connsiteX4" fmla="*/ 0 w 3487714"/>
              <a:gd name="connsiteY4" fmla="*/ 1800200 h 1800200"/>
              <a:gd name="connsiteX5" fmla="*/ 412228 w 3487714"/>
              <a:gd name="connsiteY5" fmla="*/ 900100 h 1800200"/>
              <a:gd name="connsiteX6" fmla="*/ 0 w 3487714"/>
              <a:gd name="connsiteY6" fmla="*/ 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7714" h="1800200">
                <a:moveTo>
                  <a:pt x="0" y="0"/>
                </a:moveTo>
                <a:lnTo>
                  <a:pt x="3075486" y="0"/>
                </a:lnTo>
                <a:lnTo>
                  <a:pt x="3487714" y="900100"/>
                </a:lnTo>
                <a:lnTo>
                  <a:pt x="3075486" y="1800200"/>
                </a:lnTo>
                <a:lnTo>
                  <a:pt x="0" y="1800200"/>
                </a:lnTo>
                <a:lnTo>
                  <a:pt x="412228" y="900100"/>
                </a:lnTo>
                <a:lnTo>
                  <a:pt x="0" y="0"/>
                </a:ln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Roboto Medium" pitchFamily="2" charset="0"/>
              <a:ea typeface="Roboto Medium" pitchFamily="2" charset="0"/>
              <a:cs typeface="Nobel-Light" panose="02000506020000020004" pitchFamily="2" charset="0"/>
            </a:endParaRPr>
          </a:p>
        </p:txBody>
      </p:sp>
      <p:sp>
        <p:nvSpPr>
          <p:cNvPr id="17" name="Freeform 16">
            <a:extLst>
              <a:ext uri="{FF2B5EF4-FFF2-40B4-BE49-F238E27FC236}">
                <a16:creationId xmlns:a16="http://schemas.microsoft.com/office/drawing/2014/main" id="{E3B464B9-0F71-424C-BC88-02B2AA03265F}"/>
              </a:ext>
            </a:extLst>
          </p:cNvPr>
          <p:cNvSpPr/>
          <p:nvPr userDrawn="1"/>
        </p:nvSpPr>
        <p:spPr>
          <a:xfrm>
            <a:off x="7648846" y="2636912"/>
            <a:ext cx="3487714" cy="1800200"/>
          </a:xfrm>
          <a:custGeom>
            <a:avLst/>
            <a:gdLst>
              <a:gd name="connsiteX0" fmla="*/ 0 w 3487714"/>
              <a:gd name="connsiteY0" fmla="*/ 0 h 1800200"/>
              <a:gd name="connsiteX1" fmla="*/ 3075486 w 3487714"/>
              <a:gd name="connsiteY1" fmla="*/ 0 h 1800200"/>
              <a:gd name="connsiteX2" fmla="*/ 3487714 w 3487714"/>
              <a:gd name="connsiteY2" fmla="*/ 900100 h 1800200"/>
              <a:gd name="connsiteX3" fmla="*/ 3075486 w 3487714"/>
              <a:gd name="connsiteY3" fmla="*/ 1800200 h 1800200"/>
              <a:gd name="connsiteX4" fmla="*/ 0 w 3487714"/>
              <a:gd name="connsiteY4" fmla="*/ 1800200 h 1800200"/>
              <a:gd name="connsiteX5" fmla="*/ 412228 w 3487714"/>
              <a:gd name="connsiteY5" fmla="*/ 900100 h 1800200"/>
              <a:gd name="connsiteX6" fmla="*/ 0 w 3487714"/>
              <a:gd name="connsiteY6" fmla="*/ 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7714" h="1800200">
                <a:moveTo>
                  <a:pt x="0" y="0"/>
                </a:moveTo>
                <a:lnTo>
                  <a:pt x="3075486" y="0"/>
                </a:lnTo>
                <a:lnTo>
                  <a:pt x="3487714" y="900100"/>
                </a:lnTo>
                <a:lnTo>
                  <a:pt x="3075486" y="1800200"/>
                </a:lnTo>
                <a:lnTo>
                  <a:pt x="0" y="1800200"/>
                </a:lnTo>
                <a:lnTo>
                  <a:pt x="412228" y="900100"/>
                </a:lnTo>
                <a:lnTo>
                  <a:pt x="0" y="0"/>
                </a:ln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Roboto Medium" pitchFamily="2" charset="0"/>
              <a:ea typeface="Roboto Medium" pitchFamily="2" charset="0"/>
              <a:cs typeface="Nobel-Light" panose="02000506020000020004" pitchFamily="2" charset="0"/>
            </a:endParaRPr>
          </a:p>
        </p:txBody>
      </p:sp>
      <p:sp>
        <p:nvSpPr>
          <p:cNvPr id="5" name="Text Placeholder 4">
            <a:extLst>
              <a:ext uri="{FF2B5EF4-FFF2-40B4-BE49-F238E27FC236}">
                <a16:creationId xmlns:a16="http://schemas.microsoft.com/office/drawing/2014/main" id="{5D376484-E90C-F04E-B131-5D61FED1F333}"/>
              </a:ext>
            </a:extLst>
          </p:cNvPr>
          <p:cNvSpPr>
            <a:spLocks noGrp="1"/>
          </p:cNvSpPr>
          <p:nvPr>
            <p:ph type="body" sz="quarter" idx="18" hasCustomPrompt="1"/>
          </p:nvPr>
        </p:nvSpPr>
        <p:spPr>
          <a:xfrm>
            <a:off x="880590" y="2708275"/>
            <a:ext cx="3311525" cy="1657350"/>
          </a:xfrm>
          <a:prstGeom prst="rect">
            <a:avLst/>
          </a:prstGeom>
        </p:spPr>
        <p:txBody>
          <a:bodyPr/>
          <a:lstStyle>
            <a:lvl1pPr>
              <a:spcBef>
                <a:spcPts val="500"/>
              </a:spcBef>
              <a:defRPr sz="1800">
                <a:solidFill>
                  <a:schemeClr val="bg1"/>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8" name="Text Placeholder 4">
            <a:extLst>
              <a:ext uri="{FF2B5EF4-FFF2-40B4-BE49-F238E27FC236}">
                <a16:creationId xmlns:a16="http://schemas.microsoft.com/office/drawing/2014/main" id="{194D7AD1-383D-8841-8460-9BA6874F355E}"/>
              </a:ext>
            </a:extLst>
          </p:cNvPr>
          <p:cNvSpPr>
            <a:spLocks noGrp="1"/>
          </p:cNvSpPr>
          <p:nvPr>
            <p:ph type="body" sz="quarter" idx="19" hasCustomPrompt="1"/>
          </p:nvPr>
        </p:nvSpPr>
        <p:spPr>
          <a:xfrm>
            <a:off x="4840534" y="2708275"/>
            <a:ext cx="2826775" cy="1657350"/>
          </a:xfrm>
          <a:prstGeom prst="rect">
            <a:avLst/>
          </a:prstGeom>
        </p:spPr>
        <p:txBody>
          <a:bodyPr/>
          <a:lstStyle>
            <a:lvl1pPr>
              <a:spcBef>
                <a:spcPts val="500"/>
              </a:spcBef>
              <a:defRPr sz="1800">
                <a:solidFill>
                  <a:schemeClr val="bg1"/>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9" name="Text Placeholder 4">
            <a:extLst>
              <a:ext uri="{FF2B5EF4-FFF2-40B4-BE49-F238E27FC236}">
                <a16:creationId xmlns:a16="http://schemas.microsoft.com/office/drawing/2014/main" id="{D95E0D3F-8EC7-5649-B14D-1D587E65EF9B}"/>
              </a:ext>
            </a:extLst>
          </p:cNvPr>
          <p:cNvSpPr>
            <a:spLocks noGrp="1"/>
          </p:cNvSpPr>
          <p:nvPr>
            <p:ph type="body" sz="quarter" idx="20" hasCustomPrompt="1"/>
          </p:nvPr>
        </p:nvSpPr>
        <p:spPr>
          <a:xfrm>
            <a:off x="8105631" y="2708275"/>
            <a:ext cx="2826775" cy="1657350"/>
          </a:xfrm>
          <a:prstGeom prst="rect">
            <a:avLst/>
          </a:prstGeom>
        </p:spPr>
        <p:txBody>
          <a:bodyPr/>
          <a:lstStyle>
            <a:lvl1pPr>
              <a:spcBef>
                <a:spcPts val="500"/>
              </a:spcBef>
              <a:defRPr sz="1800">
                <a:solidFill>
                  <a:schemeClr val="bg1"/>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20" name="Text Placeholder 4">
            <a:extLst>
              <a:ext uri="{FF2B5EF4-FFF2-40B4-BE49-F238E27FC236}">
                <a16:creationId xmlns:a16="http://schemas.microsoft.com/office/drawing/2014/main" id="{7D7869EA-8258-0C41-A3E5-4FCD4D1F1758}"/>
              </a:ext>
            </a:extLst>
          </p:cNvPr>
          <p:cNvSpPr>
            <a:spLocks noGrp="1"/>
          </p:cNvSpPr>
          <p:nvPr>
            <p:ph type="body" sz="quarter" idx="21" hasCustomPrompt="1"/>
          </p:nvPr>
        </p:nvSpPr>
        <p:spPr>
          <a:xfrm>
            <a:off x="880590" y="4648587"/>
            <a:ext cx="3311525" cy="1657350"/>
          </a:xfrm>
          <a:prstGeom prst="rect">
            <a:avLst/>
          </a:prstGeom>
        </p:spPr>
        <p:txBody>
          <a:bodyPr/>
          <a:lstStyle>
            <a:lvl1pPr>
              <a:spcBef>
                <a:spcPts val="300"/>
              </a:spcBef>
              <a:defRPr sz="2000">
                <a:solidFill>
                  <a:schemeClr val="bg1"/>
                </a:solidFill>
                <a:latin typeface="Roboto Medium" pitchFamily="2" charset="0"/>
                <a:ea typeface="Roboto Medium" pitchFamily="2" charset="0"/>
                <a:cs typeface="Roboto Medium" pitchFamily="2" charset="0"/>
              </a:defRPr>
            </a:lvl1pPr>
            <a:lvl2pPr>
              <a:spcBef>
                <a:spcPts val="300"/>
              </a:spcBef>
              <a:defRPr sz="1400">
                <a:solidFill>
                  <a:schemeClr val="bg1"/>
                </a:solidFill>
                <a:latin typeface="Roboto Medium" pitchFamily="2" charset="0"/>
                <a:ea typeface="Roboto Medium" pitchFamily="2" charset="0"/>
                <a:cs typeface="Roboto Medium" pitchFamily="2" charset="0"/>
              </a:defRPr>
            </a:lvl2pPr>
            <a:lvl3pPr>
              <a:spcBef>
                <a:spcPts val="300"/>
              </a:spcBef>
              <a:defRPr sz="1200">
                <a:solidFill>
                  <a:schemeClr val="bg1"/>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lvl="0"/>
            <a:r>
              <a:rPr lang="en-US" altLang="ja-JP" dirty="0"/>
              <a:t>Editable body copy</a:t>
            </a:r>
          </a:p>
          <a:p>
            <a:pPr lvl="1"/>
            <a:r>
              <a:rPr lang="en-US" dirty="0"/>
              <a:t>Editable body copy</a:t>
            </a:r>
          </a:p>
          <a:p>
            <a:pPr lvl="2"/>
            <a:r>
              <a:rPr lang="en-US" dirty="0"/>
              <a:t>Editable body copy</a:t>
            </a:r>
          </a:p>
        </p:txBody>
      </p:sp>
      <p:sp>
        <p:nvSpPr>
          <p:cNvPr id="23" name="Text Placeholder 4">
            <a:extLst>
              <a:ext uri="{FF2B5EF4-FFF2-40B4-BE49-F238E27FC236}">
                <a16:creationId xmlns:a16="http://schemas.microsoft.com/office/drawing/2014/main" id="{06121E29-064A-1641-86F9-CFB9DAF65AEC}"/>
              </a:ext>
            </a:extLst>
          </p:cNvPr>
          <p:cNvSpPr>
            <a:spLocks noGrp="1"/>
          </p:cNvSpPr>
          <p:nvPr>
            <p:ph type="body" sz="quarter" idx="22" hasCustomPrompt="1"/>
          </p:nvPr>
        </p:nvSpPr>
        <p:spPr>
          <a:xfrm>
            <a:off x="4872727" y="4648587"/>
            <a:ext cx="2848128" cy="1657350"/>
          </a:xfrm>
          <a:prstGeom prst="rect">
            <a:avLst/>
          </a:prstGeom>
        </p:spPr>
        <p:txBody>
          <a:bodyPr/>
          <a:lstStyle>
            <a:lvl1pPr marL="228600" indent="-228600">
              <a:spcBef>
                <a:spcPts val="300"/>
              </a:spcBef>
              <a:defRPr lang="en-US" altLang="ja-JP" sz="2000" kern="1200" dirty="0">
                <a:solidFill>
                  <a:schemeClr val="bg1"/>
                </a:solidFill>
                <a:latin typeface="Roboto Medium" pitchFamily="2" charset="0"/>
                <a:ea typeface="Roboto Medium" pitchFamily="2" charset="0"/>
                <a:cs typeface="Roboto Medium" pitchFamily="2" charset="0"/>
              </a:defRPr>
            </a:lvl1pPr>
            <a:lvl2pPr>
              <a:spcBef>
                <a:spcPts val="300"/>
              </a:spcBef>
              <a:defRPr sz="1400">
                <a:solidFill>
                  <a:schemeClr val="bg1"/>
                </a:solidFill>
                <a:latin typeface="Roboto Medium" pitchFamily="2" charset="0"/>
                <a:ea typeface="Roboto Medium" pitchFamily="2" charset="0"/>
                <a:cs typeface="Roboto Medium" pitchFamily="2" charset="0"/>
              </a:defRPr>
            </a:lvl2pPr>
            <a:lvl3pPr>
              <a:spcBef>
                <a:spcPts val="300"/>
              </a:spcBef>
              <a:defRPr sz="1200">
                <a:solidFill>
                  <a:schemeClr val="bg1"/>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24" name="Text Placeholder 4">
            <a:extLst>
              <a:ext uri="{FF2B5EF4-FFF2-40B4-BE49-F238E27FC236}">
                <a16:creationId xmlns:a16="http://schemas.microsoft.com/office/drawing/2014/main" id="{0018615F-C088-3949-9CA2-1FDCB1416F79}"/>
              </a:ext>
            </a:extLst>
          </p:cNvPr>
          <p:cNvSpPr>
            <a:spLocks noGrp="1"/>
          </p:cNvSpPr>
          <p:nvPr>
            <p:ph type="body" sz="quarter" idx="23" hasCustomPrompt="1"/>
          </p:nvPr>
        </p:nvSpPr>
        <p:spPr>
          <a:xfrm>
            <a:off x="8084278" y="4648587"/>
            <a:ext cx="2848128" cy="1657350"/>
          </a:xfrm>
          <a:prstGeom prst="rect">
            <a:avLst/>
          </a:prstGeom>
        </p:spPr>
        <p:txBody>
          <a:bodyPr/>
          <a:lstStyle>
            <a:lvl1pPr marL="228600" indent="-228600">
              <a:spcBef>
                <a:spcPts val="300"/>
              </a:spcBef>
              <a:defRPr lang="en-US" altLang="ja-JP" sz="2000" kern="1200" dirty="0">
                <a:solidFill>
                  <a:schemeClr val="bg1"/>
                </a:solidFill>
                <a:latin typeface="Roboto Medium" pitchFamily="2" charset="0"/>
                <a:ea typeface="Roboto Medium" pitchFamily="2" charset="0"/>
                <a:cs typeface="Roboto Medium" pitchFamily="2" charset="0"/>
              </a:defRPr>
            </a:lvl1pPr>
            <a:lvl2pPr>
              <a:spcBef>
                <a:spcPts val="300"/>
              </a:spcBef>
              <a:defRPr sz="1400">
                <a:solidFill>
                  <a:schemeClr val="bg1"/>
                </a:solidFill>
                <a:latin typeface="Roboto Medium" pitchFamily="2" charset="0"/>
                <a:ea typeface="Roboto Medium" pitchFamily="2" charset="0"/>
                <a:cs typeface="Roboto Medium" pitchFamily="2" charset="0"/>
              </a:defRPr>
            </a:lvl2pPr>
            <a:lvl3pPr>
              <a:spcBef>
                <a:spcPts val="300"/>
              </a:spcBef>
              <a:defRPr sz="1200">
                <a:solidFill>
                  <a:schemeClr val="bg1"/>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2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7048283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Flow Slide White">
    <p:bg bwMode="gray">
      <p:bgPr>
        <a:solidFill>
          <a:schemeClr val="bg1"/>
        </a:solidFill>
        <a:effectLst/>
      </p:bgPr>
    </p:bg>
    <p:spTree>
      <p:nvGrpSpPr>
        <p:cNvPr id="1" name=""/>
        <p:cNvGrpSpPr/>
        <p:nvPr/>
      </p:nvGrpSpPr>
      <p:grpSpPr>
        <a:xfrm>
          <a:off x="0" y="0"/>
          <a:ext cx="0" cy="0"/>
          <a:chOff x="0" y="0"/>
          <a:chExt cx="0" cy="0"/>
        </a:xfrm>
      </p:grpSpPr>
      <p:pic>
        <p:nvPicPr>
          <p:cNvPr id="23" name="Picture 2" descr="C:\Users\Admin\Downloads\ilovepdf_pages-to-jpg (3)\RU_PPT Template-White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2"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Workflow slide</a:t>
            </a:r>
          </a:p>
        </p:txBody>
      </p:sp>
      <p:sp>
        <p:nvSpPr>
          <p:cNvPr id="8" name="Pentagon 7">
            <a:extLst>
              <a:ext uri="{FF2B5EF4-FFF2-40B4-BE49-F238E27FC236}">
                <a16:creationId xmlns:a16="http://schemas.microsoft.com/office/drawing/2014/main" id="{5A79C9B3-40EA-6841-962A-BB4931099614}"/>
              </a:ext>
            </a:extLst>
          </p:cNvPr>
          <p:cNvSpPr/>
          <p:nvPr userDrawn="1"/>
        </p:nvSpPr>
        <p:spPr>
          <a:xfrm>
            <a:off x="808086" y="2636912"/>
            <a:ext cx="3816424" cy="1800200"/>
          </a:xfrm>
          <a:prstGeom prst="homePlate">
            <a:avLst>
              <a:gd name="adj" fmla="val 2289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A5A5A5"/>
              </a:solidFill>
              <a:latin typeface="Roboto Medium" pitchFamily="2" charset="0"/>
              <a:ea typeface="Roboto Medium" pitchFamily="2" charset="0"/>
              <a:cs typeface="Nobel-Light" panose="02000506020000020004" pitchFamily="2" charset="0"/>
            </a:endParaRPr>
          </a:p>
        </p:txBody>
      </p:sp>
      <p:sp>
        <p:nvSpPr>
          <p:cNvPr id="13" name="Freeform 12">
            <a:extLst>
              <a:ext uri="{FF2B5EF4-FFF2-40B4-BE49-F238E27FC236}">
                <a16:creationId xmlns:a16="http://schemas.microsoft.com/office/drawing/2014/main" id="{65D17357-6BFE-1941-B56A-C8F51F73177D}"/>
              </a:ext>
            </a:extLst>
          </p:cNvPr>
          <p:cNvSpPr/>
          <p:nvPr userDrawn="1"/>
        </p:nvSpPr>
        <p:spPr>
          <a:xfrm>
            <a:off x="4408486" y="2636912"/>
            <a:ext cx="3487714" cy="1800200"/>
          </a:xfrm>
          <a:custGeom>
            <a:avLst/>
            <a:gdLst>
              <a:gd name="connsiteX0" fmla="*/ 0 w 3487714"/>
              <a:gd name="connsiteY0" fmla="*/ 0 h 1800200"/>
              <a:gd name="connsiteX1" fmla="*/ 3075486 w 3487714"/>
              <a:gd name="connsiteY1" fmla="*/ 0 h 1800200"/>
              <a:gd name="connsiteX2" fmla="*/ 3487714 w 3487714"/>
              <a:gd name="connsiteY2" fmla="*/ 900100 h 1800200"/>
              <a:gd name="connsiteX3" fmla="*/ 3075486 w 3487714"/>
              <a:gd name="connsiteY3" fmla="*/ 1800200 h 1800200"/>
              <a:gd name="connsiteX4" fmla="*/ 0 w 3487714"/>
              <a:gd name="connsiteY4" fmla="*/ 1800200 h 1800200"/>
              <a:gd name="connsiteX5" fmla="*/ 412228 w 3487714"/>
              <a:gd name="connsiteY5" fmla="*/ 900100 h 1800200"/>
              <a:gd name="connsiteX6" fmla="*/ 0 w 3487714"/>
              <a:gd name="connsiteY6" fmla="*/ 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7714" h="1800200">
                <a:moveTo>
                  <a:pt x="0" y="0"/>
                </a:moveTo>
                <a:lnTo>
                  <a:pt x="3075486" y="0"/>
                </a:lnTo>
                <a:lnTo>
                  <a:pt x="3487714" y="900100"/>
                </a:lnTo>
                <a:lnTo>
                  <a:pt x="3075486" y="1800200"/>
                </a:lnTo>
                <a:lnTo>
                  <a:pt x="0" y="1800200"/>
                </a:lnTo>
                <a:lnTo>
                  <a:pt x="412228" y="900100"/>
                </a:lnTo>
                <a:lnTo>
                  <a:pt x="0" y="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A5A5A5"/>
              </a:solidFill>
              <a:latin typeface="Roboto Medium" pitchFamily="2" charset="0"/>
              <a:ea typeface="Roboto Medium" pitchFamily="2" charset="0"/>
              <a:cs typeface="Nobel-Light" panose="02000506020000020004" pitchFamily="2" charset="0"/>
            </a:endParaRPr>
          </a:p>
        </p:txBody>
      </p:sp>
      <p:sp>
        <p:nvSpPr>
          <p:cNvPr id="14" name="Freeform 13">
            <a:extLst>
              <a:ext uri="{FF2B5EF4-FFF2-40B4-BE49-F238E27FC236}">
                <a16:creationId xmlns:a16="http://schemas.microsoft.com/office/drawing/2014/main" id="{480B83C1-8261-F644-8639-88185FC10CFE}"/>
              </a:ext>
            </a:extLst>
          </p:cNvPr>
          <p:cNvSpPr/>
          <p:nvPr userDrawn="1"/>
        </p:nvSpPr>
        <p:spPr>
          <a:xfrm>
            <a:off x="7648846" y="2636912"/>
            <a:ext cx="3487714" cy="1800200"/>
          </a:xfrm>
          <a:custGeom>
            <a:avLst/>
            <a:gdLst>
              <a:gd name="connsiteX0" fmla="*/ 0 w 3487714"/>
              <a:gd name="connsiteY0" fmla="*/ 0 h 1800200"/>
              <a:gd name="connsiteX1" fmla="*/ 3075486 w 3487714"/>
              <a:gd name="connsiteY1" fmla="*/ 0 h 1800200"/>
              <a:gd name="connsiteX2" fmla="*/ 3487714 w 3487714"/>
              <a:gd name="connsiteY2" fmla="*/ 900100 h 1800200"/>
              <a:gd name="connsiteX3" fmla="*/ 3075486 w 3487714"/>
              <a:gd name="connsiteY3" fmla="*/ 1800200 h 1800200"/>
              <a:gd name="connsiteX4" fmla="*/ 0 w 3487714"/>
              <a:gd name="connsiteY4" fmla="*/ 1800200 h 1800200"/>
              <a:gd name="connsiteX5" fmla="*/ 412228 w 3487714"/>
              <a:gd name="connsiteY5" fmla="*/ 900100 h 1800200"/>
              <a:gd name="connsiteX6" fmla="*/ 0 w 3487714"/>
              <a:gd name="connsiteY6" fmla="*/ 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7714" h="1800200">
                <a:moveTo>
                  <a:pt x="0" y="0"/>
                </a:moveTo>
                <a:lnTo>
                  <a:pt x="3075486" y="0"/>
                </a:lnTo>
                <a:lnTo>
                  <a:pt x="3487714" y="900100"/>
                </a:lnTo>
                <a:lnTo>
                  <a:pt x="3075486" y="1800200"/>
                </a:lnTo>
                <a:lnTo>
                  <a:pt x="0" y="1800200"/>
                </a:lnTo>
                <a:lnTo>
                  <a:pt x="412228" y="900100"/>
                </a:lnTo>
                <a:lnTo>
                  <a:pt x="0" y="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A5A5A5"/>
              </a:solidFill>
              <a:latin typeface="Roboto Medium" pitchFamily="2" charset="0"/>
              <a:ea typeface="Roboto Medium" pitchFamily="2" charset="0"/>
              <a:cs typeface="Nobel-Light" panose="02000506020000020004" pitchFamily="2" charset="0"/>
            </a:endParaRPr>
          </a:p>
        </p:txBody>
      </p:sp>
      <p:sp>
        <p:nvSpPr>
          <p:cNvPr id="15" name="Text Placeholder 4">
            <a:extLst>
              <a:ext uri="{FF2B5EF4-FFF2-40B4-BE49-F238E27FC236}">
                <a16:creationId xmlns:a16="http://schemas.microsoft.com/office/drawing/2014/main" id="{CF6605B9-0F65-4D4B-9FFA-E922993530EA}"/>
              </a:ext>
            </a:extLst>
          </p:cNvPr>
          <p:cNvSpPr>
            <a:spLocks noGrp="1"/>
          </p:cNvSpPr>
          <p:nvPr>
            <p:ph type="body" sz="quarter" idx="18" hasCustomPrompt="1"/>
          </p:nvPr>
        </p:nvSpPr>
        <p:spPr>
          <a:xfrm>
            <a:off x="880590" y="2708275"/>
            <a:ext cx="3311525" cy="1657350"/>
          </a:xfrm>
          <a:prstGeom prst="rect">
            <a:avLst/>
          </a:prstGeom>
        </p:spPr>
        <p:txBody>
          <a:bodyPr/>
          <a:lstStyle>
            <a:lvl1pPr>
              <a:spcBef>
                <a:spcPts val="500"/>
              </a:spcBef>
              <a:defRPr sz="1800">
                <a:solidFill>
                  <a:srgbClr val="A5A5A5"/>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6" name="Text Placeholder 4">
            <a:extLst>
              <a:ext uri="{FF2B5EF4-FFF2-40B4-BE49-F238E27FC236}">
                <a16:creationId xmlns:a16="http://schemas.microsoft.com/office/drawing/2014/main" id="{99737036-FF00-C544-808C-D5A2177D418C}"/>
              </a:ext>
            </a:extLst>
          </p:cNvPr>
          <p:cNvSpPr>
            <a:spLocks noGrp="1"/>
          </p:cNvSpPr>
          <p:nvPr>
            <p:ph type="body" sz="quarter" idx="19" hasCustomPrompt="1"/>
          </p:nvPr>
        </p:nvSpPr>
        <p:spPr>
          <a:xfrm>
            <a:off x="4840534" y="2708275"/>
            <a:ext cx="2826775" cy="1657350"/>
          </a:xfrm>
          <a:prstGeom prst="rect">
            <a:avLst/>
          </a:prstGeom>
        </p:spPr>
        <p:txBody>
          <a:bodyPr/>
          <a:lstStyle>
            <a:lvl1pPr>
              <a:spcBef>
                <a:spcPts val="500"/>
              </a:spcBef>
              <a:defRPr sz="1800">
                <a:solidFill>
                  <a:srgbClr val="A5A5A5"/>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7" name="Text Placeholder 4">
            <a:extLst>
              <a:ext uri="{FF2B5EF4-FFF2-40B4-BE49-F238E27FC236}">
                <a16:creationId xmlns:a16="http://schemas.microsoft.com/office/drawing/2014/main" id="{91CC5985-5A7F-6441-BC10-7E669F1E87CB}"/>
              </a:ext>
            </a:extLst>
          </p:cNvPr>
          <p:cNvSpPr>
            <a:spLocks noGrp="1"/>
          </p:cNvSpPr>
          <p:nvPr>
            <p:ph type="body" sz="quarter" idx="20" hasCustomPrompt="1"/>
          </p:nvPr>
        </p:nvSpPr>
        <p:spPr>
          <a:xfrm>
            <a:off x="8105631" y="2708275"/>
            <a:ext cx="2826775" cy="1657350"/>
          </a:xfrm>
          <a:prstGeom prst="rect">
            <a:avLst/>
          </a:prstGeom>
        </p:spPr>
        <p:txBody>
          <a:bodyPr/>
          <a:lstStyle>
            <a:lvl1pPr>
              <a:spcBef>
                <a:spcPts val="500"/>
              </a:spcBef>
              <a:defRPr sz="1800">
                <a:solidFill>
                  <a:srgbClr val="A5A5A5"/>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8" name="Text Placeholder 4">
            <a:extLst>
              <a:ext uri="{FF2B5EF4-FFF2-40B4-BE49-F238E27FC236}">
                <a16:creationId xmlns:a16="http://schemas.microsoft.com/office/drawing/2014/main" id="{6AB7B642-A681-B34E-977A-6F85EA6BC12A}"/>
              </a:ext>
            </a:extLst>
          </p:cNvPr>
          <p:cNvSpPr>
            <a:spLocks noGrp="1"/>
          </p:cNvSpPr>
          <p:nvPr>
            <p:ph type="body" sz="quarter" idx="21" hasCustomPrompt="1"/>
          </p:nvPr>
        </p:nvSpPr>
        <p:spPr>
          <a:xfrm>
            <a:off x="880590" y="4648587"/>
            <a:ext cx="3311525" cy="1657350"/>
          </a:xfrm>
          <a:prstGeom prst="rect">
            <a:avLst/>
          </a:prstGeom>
        </p:spPr>
        <p:txBody>
          <a:bodyPr/>
          <a:lstStyle>
            <a:lvl1pPr marL="228600" indent="-228600">
              <a:spcBef>
                <a:spcPts val="300"/>
              </a:spcBef>
              <a:defRPr lang="en-US" altLang="ja-JP" sz="2000" kern="1200" dirty="0">
                <a:solidFill>
                  <a:srgbClr val="A5A5A5"/>
                </a:solidFill>
                <a:latin typeface="Roboto Medium" pitchFamily="2" charset="0"/>
                <a:ea typeface="Roboto Medium" pitchFamily="2" charset="0"/>
                <a:cs typeface="Roboto Medium" pitchFamily="2" charset="0"/>
              </a:defRPr>
            </a:lvl1pPr>
            <a:lvl2pPr>
              <a:spcBef>
                <a:spcPts val="300"/>
              </a:spcBef>
              <a:defRPr sz="1400">
                <a:solidFill>
                  <a:srgbClr val="A5A5A5"/>
                </a:solidFill>
                <a:latin typeface="Roboto Medium" pitchFamily="2" charset="0"/>
                <a:ea typeface="Roboto Medium" pitchFamily="2" charset="0"/>
                <a:cs typeface="Roboto Medium" pitchFamily="2" charset="0"/>
              </a:defRPr>
            </a:lvl2pPr>
            <a:lvl3pPr>
              <a:spcBef>
                <a:spcPts val="300"/>
              </a:spcBef>
              <a:defRPr sz="1200">
                <a:solidFill>
                  <a:srgbClr val="A5A5A5"/>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19" name="Text Placeholder 4">
            <a:extLst>
              <a:ext uri="{FF2B5EF4-FFF2-40B4-BE49-F238E27FC236}">
                <a16:creationId xmlns:a16="http://schemas.microsoft.com/office/drawing/2014/main" id="{82827E12-373D-8B4F-AD69-9F7C005EDEA9}"/>
              </a:ext>
            </a:extLst>
          </p:cNvPr>
          <p:cNvSpPr>
            <a:spLocks noGrp="1"/>
          </p:cNvSpPr>
          <p:nvPr>
            <p:ph type="body" sz="quarter" idx="22" hasCustomPrompt="1"/>
          </p:nvPr>
        </p:nvSpPr>
        <p:spPr>
          <a:xfrm>
            <a:off x="4872727" y="4648587"/>
            <a:ext cx="2848128" cy="1657350"/>
          </a:xfrm>
          <a:prstGeom prst="rect">
            <a:avLst/>
          </a:prstGeom>
        </p:spPr>
        <p:txBody>
          <a:bodyPr/>
          <a:lstStyle>
            <a:lvl1pPr marL="228600" indent="-228600">
              <a:spcBef>
                <a:spcPts val="300"/>
              </a:spcBef>
              <a:defRPr lang="en-US" altLang="ja-JP" sz="2000" kern="1200" dirty="0">
                <a:solidFill>
                  <a:srgbClr val="A5A5A5"/>
                </a:solidFill>
                <a:latin typeface="Roboto Medium" pitchFamily="2" charset="0"/>
                <a:ea typeface="Roboto Medium" pitchFamily="2" charset="0"/>
                <a:cs typeface="Roboto Medium" pitchFamily="2" charset="0"/>
              </a:defRPr>
            </a:lvl1pPr>
            <a:lvl2pPr>
              <a:spcBef>
                <a:spcPts val="300"/>
              </a:spcBef>
              <a:defRPr sz="1400">
                <a:solidFill>
                  <a:srgbClr val="A5A5A5"/>
                </a:solidFill>
                <a:latin typeface="Roboto Medium" pitchFamily="2" charset="0"/>
                <a:ea typeface="Roboto Medium" pitchFamily="2" charset="0"/>
                <a:cs typeface="Roboto Medium" pitchFamily="2" charset="0"/>
              </a:defRPr>
            </a:lvl2pPr>
            <a:lvl3pPr>
              <a:spcBef>
                <a:spcPts val="300"/>
              </a:spcBef>
              <a:defRPr sz="1200">
                <a:solidFill>
                  <a:srgbClr val="A5A5A5"/>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20" name="Text Placeholder 4">
            <a:extLst>
              <a:ext uri="{FF2B5EF4-FFF2-40B4-BE49-F238E27FC236}">
                <a16:creationId xmlns:a16="http://schemas.microsoft.com/office/drawing/2014/main" id="{9FCBB0C0-51D7-0448-A90C-8B8B74462D90}"/>
              </a:ext>
            </a:extLst>
          </p:cNvPr>
          <p:cNvSpPr>
            <a:spLocks noGrp="1"/>
          </p:cNvSpPr>
          <p:nvPr>
            <p:ph type="body" sz="quarter" idx="23" hasCustomPrompt="1"/>
          </p:nvPr>
        </p:nvSpPr>
        <p:spPr>
          <a:xfrm>
            <a:off x="8084278" y="4648587"/>
            <a:ext cx="2848128" cy="1657350"/>
          </a:xfrm>
          <a:prstGeom prst="rect">
            <a:avLst/>
          </a:prstGeom>
        </p:spPr>
        <p:txBody>
          <a:bodyPr/>
          <a:lstStyle>
            <a:lvl1pPr marL="228600" indent="-228600">
              <a:spcBef>
                <a:spcPts val="300"/>
              </a:spcBef>
              <a:defRPr lang="en-US" altLang="ja-JP" sz="2000" kern="1200" dirty="0">
                <a:solidFill>
                  <a:srgbClr val="A5A5A5"/>
                </a:solidFill>
                <a:latin typeface="Roboto Medium" pitchFamily="2" charset="0"/>
                <a:ea typeface="Roboto Medium" pitchFamily="2" charset="0"/>
                <a:cs typeface="Roboto Medium" pitchFamily="2" charset="0"/>
              </a:defRPr>
            </a:lvl1pPr>
            <a:lvl2pPr>
              <a:spcBef>
                <a:spcPts val="300"/>
              </a:spcBef>
              <a:defRPr sz="1400">
                <a:solidFill>
                  <a:srgbClr val="A5A5A5"/>
                </a:solidFill>
                <a:latin typeface="Roboto Medium" pitchFamily="2" charset="0"/>
                <a:ea typeface="Roboto Medium" pitchFamily="2" charset="0"/>
                <a:cs typeface="Roboto Medium" pitchFamily="2" charset="0"/>
              </a:defRPr>
            </a:lvl2pPr>
            <a:lvl3pPr>
              <a:spcBef>
                <a:spcPts val="300"/>
              </a:spcBef>
              <a:defRPr sz="1200">
                <a:solidFill>
                  <a:srgbClr val="A5A5A5"/>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21" name="Text Placeholder 2">
            <a:extLst>
              <a:ext uri="{FF2B5EF4-FFF2-40B4-BE49-F238E27FC236}">
                <a16:creationId xmlns:a16="http://schemas.microsoft.com/office/drawing/2014/main" id="{0E1F1297-EA50-094F-9E80-E44D36C5432B}"/>
              </a:ext>
            </a:extLst>
          </p:cNvPr>
          <p:cNvSpPr>
            <a:spLocks noGrp="1"/>
          </p:cNvSpPr>
          <p:nvPr>
            <p:ph type="body" sz="quarter" idx="17" hasCustomPrompt="1"/>
          </p:nvPr>
        </p:nvSpPr>
        <p:spPr>
          <a:xfrm>
            <a:off x="623392" y="1340768"/>
            <a:ext cx="11089232" cy="1008112"/>
          </a:xfrm>
          <a:prstGeom prst="rect">
            <a:avLst/>
          </a:prstGeom>
        </p:spPr>
        <p:txBody>
          <a:bodyPr anchor="ctr"/>
          <a:lstStyle>
            <a:lvl1pPr marL="0" indent="0">
              <a:spcBef>
                <a:spcPts val="1000"/>
              </a:spcBef>
              <a:buNone/>
              <a:defRPr sz="2400">
                <a:solidFill>
                  <a:srgbClr val="A5A5A5"/>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Editable body copy</a:t>
            </a:r>
          </a:p>
        </p:txBody>
      </p:sp>
      <p:sp>
        <p:nvSpPr>
          <p:cNvPr id="2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2860595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_Thank You White">
    <p:bg bwMode="gray">
      <p:bgPr>
        <a:solidFill>
          <a:schemeClr val="bg1"/>
        </a:solidFill>
        <a:effectLst/>
      </p:bgPr>
    </p:bg>
    <p:spTree>
      <p:nvGrpSpPr>
        <p:cNvPr id="1" name=""/>
        <p:cNvGrpSpPr/>
        <p:nvPr/>
      </p:nvGrpSpPr>
      <p:grpSpPr>
        <a:xfrm>
          <a:off x="0" y="0"/>
          <a:ext cx="0" cy="0"/>
          <a:chOff x="0" y="0"/>
          <a:chExt cx="0" cy="0"/>
        </a:xfrm>
      </p:grpSpPr>
      <p:pic>
        <p:nvPicPr>
          <p:cNvPr id="14338" name="Picture 2" descr="C:\Users\Admin\Downloads\ilovepdf_pages-to-jpg (3)\RU_PPT Template-White Blank (1)_page-0002.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9" name="Title 1">
            <a:extLst>
              <a:ext uri="{FF2B5EF4-FFF2-40B4-BE49-F238E27FC236}">
                <a16:creationId xmlns:a16="http://schemas.microsoft.com/office/drawing/2014/main" id="{F49B44DA-46E8-CE45-AC10-AC35239D504E}"/>
              </a:ext>
            </a:extLst>
          </p:cNvPr>
          <p:cNvSpPr>
            <a:spLocks noGrp="1"/>
          </p:cNvSpPr>
          <p:nvPr>
            <p:ph type="title" hasCustomPrompt="1"/>
          </p:nvPr>
        </p:nvSpPr>
        <p:spPr bwMode="gray">
          <a:xfrm>
            <a:off x="764976" y="2708920"/>
            <a:ext cx="10515600" cy="1325563"/>
          </a:xfrm>
          <a:prstGeom prst="rect">
            <a:avLst/>
          </a:prstGeom>
        </p:spPr>
        <p:txBody>
          <a:bodyPr lIns="91436" tIns="45718" rIns="91436" bIns="45718" anchor="ctr"/>
          <a:lstStyle>
            <a:lvl1pPr algn="ctr">
              <a:defRPr sz="7800" b="1" i="0" spc="0">
                <a:solidFill>
                  <a:srgbClr val="FF6600"/>
                </a:solidFill>
                <a:latin typeface="Roboto Medium" pitchFamily="2" charset="0"/>
                <a:ea typeface="Roboto Medium" pitchFamily="2" charset="0"/>
                <a:cs typeface="Roboto Medium" pitchFamily="2" charset="0"/>
              </a:defRPr>
            </a:lvl1pPr>
          </a:lstStyle>
          <a:p>
            <a:r>
              <a:rPr lang="en-US" dirty="0"/>
              <a:t>THANK YOU</a:t>
            </a:r>
            <a:endParaRPr lang="en-NZ" dirty="0"/>
          </a:p>
        </p:txBody>
      </p:sp>
      <p:pic>
        <p:nvPicPr>
          <p:cNvPr id="14339" name="Picture 3" descr="C:\Users\Admin\Downloads\ilovepdf_pages-to-jpg (3)\RU_PPT Template-White Blank (1)_page-0001.jpg"/>
          <p:cNvPicPr>
            <a:picLocks noChangeAspect="1" noChangeArrowheads="1"/>
          </p:cNvPicPr>
          <p:nvPr userDrawn="1"/>
        </p:nvPicPr>
        <p:blipFill>
          <a:blip r:embed="rId3" cstate="print"/>
          <a:srcRect l="6250" t="83342" b="3324"/>
          <a:stretch>
            <a:fillRect/>
          </a:stretch>
        </p:blipFill>
        <p:spPr bwMode="auto">
          <a:xfrm>
            <a:off x="2173941" y="5983224"/>
            <a:ext cx="9982200" cy="798576"/>
          </a:xfrm>
          <a:prstGeom prst="rect">
            <a:avLst/>
          </a:prstGeom>
          <a:noFill/>
        </p:spPr>
      </p:pic>
    </p:spTree>
    <p:extLst>
      <p:ext uri="{BB962C8B-B14F-4D97-AF65-F5344CB8AC3E}">
        <p14:creationId xmlns:p14="http://schemas.microsoft.com/office/powerpoint/2010/main" val="3459266439"/>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Thank You White">
    <p:bg bwMode="gray">
      <p:bgPr>
        <a:solidFill>
          <a:schemeClr val="bg1"/>
        </a:solidFill>
        <a:effectLst/>
      </p:bgPr>
    </p:bg>
    <p:spTree>
      <p:nvGrpSpPr>
        <p:cNvPr id="1" name=""/>
        <p:cNvGrpSpPr/>
        <p:nvPr/>
      </p:nvGrpSpPr>
      <p:grpSpPr>
        <a:xfrm>
          <a:off x="0" y="0"/>
          <a:ext cx="0" cy="0"/>
          <a:chOff x="0" y="0"/>
          <a:chExt cx="0" cy="0"/>
        </a:xfrm>
      </p:grpSpPr>
      <p:pic>
        <p:nvPicPr>
          <p:cNvPr id="5" name="Picture 2" descr="C:\Users\Admin\Downloads\ilovepdf_pages-to-jpg (2)\RU_PPT Template-Grey Blank_page-0001.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9" name="Title 1">
            <a:extLst>
              <a:ext uri="{FF2B5EF4-FFF2-40B4-BE49-F238E27FC236}">
                <a16:creationId xmlns:a16="http://schemas.microsoft.com/office/drawing/2014/main" id="{F49B44DA-46E8-CE45-AC10-AC35239D504E}"/>
              </a:ext>
            </a:extLst>
          </p:cNvPr>
          <p:cNvSpPr>
            <a:spLocks noGrp="1"/>
          </p:cNvSpPr>
          <p:nvPr>
            <p:ph type="title" hasCustomPrompt="1"/>
          </p:nvPr>
        </p:nvSpPr>
        <p:spPr bwMode="gray">
          <a:xfrm>
            <a:off x="764976" y="3017837"/>
            <a:ext cx="10515600" cy="1325563"/>
          </a:xfrm>
          <a:prstGeom prst="rect">
            <a:avLst/>
          </a:prstGeom>
        </p:spPr>
        <p:txBody>
          <a:bodyPr lIns="91436" tIns="45718" rIns="91436" bIns="45718" anchor="ctr"/>
          <a:lstStyle>
            <a:lvl1pPr algn="ctr">
              <a:defRPr sz="7800" b="1" i="0" spc="0">
                <a:solidFill>
                  <a:srgbClr val="FF6600"/>
                </a:solidFill>
                <a:latin typeface="Roboto Medium" pitchFamily="2" charset="0"/>
                <a:ea typeface="Roboto Medium" pitchFamily="2" charset="0"/>
                <a:cs typeface="Roboto Medium" pitchFamily="2" charset="0"/>
              </a:defRPr>
            </a:lvl1pPr>
          </a:lstStyle>
          <a:p>
            <a:r>
              <a:rPr lang="en-US" dirty="0"/>
              <a:t>THANK YOU</a:t>
            </a:r>
            <a:endParaRPr lang="en-NZ" dirty="0"/>
          </a:p>
        </p:txBody>
      </p:sp>
      <p:pic>
        <p:nvPicPr>
          <p:cNvPr id="6" name="Picture 2" descr="C:\Users\Admin\Downloads\ilovepdf_pages-to-jpg (2)\RU_PPT Template-Grey Blank_page-0001.jpg"/>
          <p:cNvPicPr>
            <a:picLocks noChangeAspect="1" noChangeArrowheads="1"/>
          </p:cNvPicPr>
          <p:nvPr userDrawn="1"/>
        </p:nvPicPr>
        <p:blipFill>
          <a:blip r:embed="rId2"/>
          <a:srcRect t="69444" b="16667"/>
          <a:stretch>
            <a:fillRect/>
          </a:stretch>
        </p:blipFill>
        <p:spPr bwMode="auto">
          <a:xfrm>
            <a:off x="228600" y="1752600"/>
            <a:ext cx="5486400" cy="1143000"/>
          </a:xfrm>
          <a:prstGeom prst="rect">
            <a:avLst/>
          </a:prstGeom>
          <a:noFill/>
        </p:spPr>
      </p:pic>
    </p:spTree>
    <p:extLst>
      <p:ext uri="{BB962C8B-B14F-4D97-AF65-F5344CB8AC3E}">
        <p14:creationId xmlns:p14="http://schemas.microsoft.com/office/powerpoint/2010/main" val="3459266439"/>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Thank You White">
    <p:bg bwMode="gray">
      <p:bgPr>
        <a:solidFill>
          <a:schemeClr val="bg1"/>
        </a:solidFill>
        <a:effectLst/>
      </p:bgPr>
    </p:bg>
    <p:spTree>
      <p:nvGrpSpPr>
        <p:cNvPr id="1" name=""/>
        <p:cNvGrpSpPr/>
        <p:nvPr/>
      </p:nvGrpSpPr>
      <p:grpSpPr>
        <a:xfrm>
          <a:off x="0" y="0"/>
          <a:ext cx="0" cy="0"/>
          <a:chOff x="0" y="0"/>
          <a:chExt cx="0" cy="0"/>
        </a:xfrm>
      </p:grpSpPr>
      <p:pic>
        <p:nvPicPr>
          <p:cNvPr id="6" name="Picture 2" descr="C:\Users\Admin\Downloads\FAI_7881_HDR_edit.jpg"/>
          <p:cNvPicPr>
            <a:picLocks noChangeAspect="1" noChangeArrowheads="1"/>
          </p:cNvPicPr>
          <p:nvPr userDrawn="1"/>
        </p:nvPicPr>
        <p:blipFill>
          <a:blip r:embed="rId2" cstate="print"/>
          <a:srcRect r="872" b="11451"/>
          <a:stretch>
            <a:fillRect/>
          </a:stretch>
        </p:blipFill>
        <p:spPr bwMode="auto">
          <a:xfrm>
            <a:off x="-16567" y="-16565"/>
            <a:ext cx="12246810" cy="6896100"/>
          </a:xfrm>
          <a:prstGeom prst="rect">
            <a:avLst/>
          </a:prstGeom>
          <a:noFill/>
        </p:spPr>
      </p:pic>
      <p:sp>
        <p:nvSpPr>
          <p:cNvPr id="7" name="Rectangle 6"/>
          <p:cNvSpPr/>
          <p:nvPr userDrawn="1"/>
        </p:nvSpPr>
        <p:spPr>
          <a:xfrm>
            <a:off x="-26276" y="-26276"/>
            <a:ext cx="12218276" cy="6884276"/>
          </a:xfrm>
          <a:prstGeom prst="rect">
            <a:avLst/>
          </a:prstGeom>
          <a:solidFill>
            <a:schemeClr val="dk1">
              <a:alpha val="59000"/>
            </a:schemeClr>
          </a:solidFill>
        </p:spPr>
        <p:style>
          <a:lnRef idx="2">
            <a:schemeClr val="dk1">
              <a:shade val="50000"/>
            </a:schemeClr>
          </a:lnRef>
          <a:fillRef idx="1">
            <a:schemeClr val="dk1"/>
          </a:fillRef>
          <a:effectRef idx="0">
            <a:schemeClr val="dk1"/>
          </a:effectRef>
          <a:fontRef idx="minor">
            <a:schemeClr val="lt1"/>
          </a:fontRef>
        </p:style>
        <p:txBody>
          <a:bodyPr lIns="76197" tIns="38098" rIns="76197" bIns="38098" rtlCol="0" anchor="ctr"/>
          <a:lstStyle/>
          <a:p>
            <a:pPr algn="ctr"/>
            <a:endParaRPr lang="en-US"/>
          </a:p>
        </p:txBody>
      </p:sp>
      <p:sp>
        <p:nvSpPr>
          <p:cNvPr id="10" name="Title 1">
            <a:extLst>
              <a:ext uri="{FF2B5EF4-FFF2-40B4-BE49-F238E27FC236}">
                <a16:creationId xmlns:a16="http://schemas.microsoft.com/office/drawing/2014/main" id="{F49B44DA-46E8-CE45-AC10-AC35239D504E}"/>
              </a:ext>
            </a:extLst>
          </p:cNvPr>
          <p:cNvSpPr>
            <a:spLocks noGrp="1"/>
          </p:cNvSpPr>
          <p:nvPr>
            <p:ph type="title" hasCustomPrompt="1"/>
          </p:nvPr>
        </p:nvSpPr>
        <p:spPr bwMode="gray">
          <a:xfrm>
            <a:off x="764976" y="2708920"/>
            <a:ext cx="10515600" cy="1325563"/>
          </a:xfrm>
          <a:prstGeom prst="rect">
            <a:avLst/>
          </a:prstGeom>
        </p:spPr>
        <p:txBody>
          <a:bodyPr lIns="91436" tIns="45718" rIns="91436" bIns="45718" anchor="ctr"/>
          <a:lstStyle>
            <a:lvl1pPr algn="ctr">
              <a:defRPr sz="7800" b="1" i="0" spc="0">
                <a:solidFill>
                  <a:schemeClr val="bg1"/>
                </a:solidFill>
                <a:latin typeface="Roboto Medium" pitchFamily="2" charset="0"/>
                <a:ea typeface="Roboto Medium" pitchFamily="2" charset="0"/>
                <a:cs typeface="Roboto Medium" pitchFamily="2" charset="0"/>
              </a:defRPr>
            </a:lvl1pPr>
          </a:lstStyle>
          <a:p>
            <a:r>
              <a:rPr lang="en-US" dirty="0"/>
              <a:t>THANK YOU</a:t>
            </a:r>
            <a:endParaRPr lang="en-NZ" dirty="0"/>
          </a:p>
        </p:txBody>
      </p:sp>
      <p:pic>
        <p:nvPicPr>
          <p:cNvPr id="8" name="Picture 3" descr="C:\Users\Admin\Downloads\1-05.png"/>
          <p:cNvPicPr>
            <a:picLocks noChangeAspect="1" noChangeArrowheads="1"/>
          </p:cNvPicPr>
          <p:nvPr userDrawn="1"/>
        </p:nvPicPr>
        <p:blipFill>
          <a:blip r:embed="rId3"/>
          <a:srcRect/>
          <a:stretch>
            <a:fillRect/>
          </a:stretch>
        </p:blipFill>
        <p:spPr bwMode="auto">
          <a:xfrm>
            <a:off x="8890001" y="0"/>
            <a:ext cx="3064565" cy="1478280"/>
          </a:xfrm>
          <a:prstGeom prst="rect">
            <a:avLst/>
          </a:prstGeom>
          <a:noFill/>
        </p:spPr>
      </p:pic>
    </p:spTree>
    <p:extLst>
      <p:ext uri="{BB962C8B-B14F-4D97-AF65-F5344CB8AC3E}">
        <p14:creationId xmlns:p14="http://schemas.microsoft.com/office/powerpoint/2010/main" val="3459266439"/>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ank You Custom Picture">
    <p:bg bwMode="gray">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49B44DA-46E8-CE45-AC10-AC35239D504E}"/>
              </a:ext>
            </a:extLst>
          </p:cNvPr>
          <p:cNvSpPr>
            <a:spLocks noGrp="1"/>
          </p:cNvSpPr>
          <p:nvPr>
            <p:ph type="title" hasCustomPrompt="1"/>
          </p:nvPr>
        </p:nvSpPr>
        <p:spPr bwMode="gray">
          <a:xfrm>
            <a:off x="764976" y="2708920"/>
            <a:ext cx="10515600" cy="1325563"/>
          </a:xfrm>
          <a:prstGeom prst="rect">
            <a:avLst/>
          </a:prstGeom>
        </p:spPr>
        <p:txBody>
          <a:bodyPr lIns="91436" tIns="45718" rIns="91436" bIns="45718" anchor="ctr"/>
          <a:lstStyle>
            <a:lvl1pPr algn="ctr">
              <a:defRPr sz="7800" b="1" i="0" spc="0">
                <a:solidFill>
                  <a:srgbClr val="FF6600"/>
                </a:solidFill>
                <a:latin typeface="Roboto Medium" pitchFamily="2" charset="0"/>
                <a:ea typeface="Roboto Medium" pitchFamily="2" charset="0"/>
                <a:cs typeface="Roboto Medium" pitchFamily="2" charset="0"/>
              </a:defRPr>
            </a:lvl1pPr>
          </a:lstStyle>
          <a:p>
            <a:r>
              <a:rPr lang="en-US" dirty="0"/>
              <a:t>THANK YOU</a:t>
            </a:r>
            <a:endParaRPr lang="en-NZ" dirty="0"/>
          </a:p>
        </p:txBody>
      </p:sp>
      <p:sp>
        <p:nvSpPr>
          <p:cNvPr id="7" name="Picture Placeholder 2">
            <a:extLst>
              <a:ext uri="{FF2B5EF4-FFF2-40B4-BE49-F238E27FC236}">
                <a16:creationId xmlns:a16="http://schemas.microsoft.com/office/drawing/2014/main" id="{D9D1C3BC-7BFF-1640-819B-5BED6BEC9B4F}"/>
              </a:ext>
            </a:extLst>
          </p:cNvPr>
          <p:cNvSpPr>
            <a:spLocks noGrp="1"/>
          </p:cNvSpPr>
          <p:nvPr>
            <p:ph type="pic" sz="quarter" idx="15" hasCustomPrompt="1"/>
          </p:nvPr>
        </p:nvSpPr>
        <p:spPr>
          <a:xfrm>
            <a:off x="0" y="0"/>
            <a:ext cx="12192000" cy="6858000"/>
          </a:xfrm>
          <a:prstGeom prst="rect">
            <a:avLst/>
          </a:prstGeom>
        </p:spPr>
        <p:txBody>
          <a:bodyPr/>
          <a:lstStyle>
            <a:lvl1pPr>
              <a:defRPr b="0" i="0" baseline="0">
                <a:latin typeface="Roboto Medium" pitchFamily="2" charset="0"/>
                <a:ea typeface="Roboto Medium" pitchFamily="2" charset="0"/>
              </a:defRPr>
            </a:lvl1pPr>
          </a:lstStyle>
          <a:p>
            <a:r>
              <a:rPr lang="en-US" dirty="0"/>
              <a:t>Click icon to add image</a:t>
            </a:r>
          </a:p>
        </p:txBody>
      </p:sp>
      <p:pic>
        <p:nvPicPr>
          <p:cNvPr id="8" name="Picture 7">
            <a:extLst>
              <a:ext uri="{FF2B5EF4-FFF2-40B4-BE49-F238E27FC236}">
                <a16:creationId xmlns:a16="http://schemas.microsoft.com/office/drawing/2014/main" id="{FF1A0E79-2BC7-C74E-A6C5-1646C3E49F5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15352" y="6384910"/>
            <a:ext cx="812480" cy="142503"/>
          </a:xfrm>
          <a:prstGeom prst="rect">
            <a:avLst/>
          </a:prstGeom>
        </p:spPr>
      </p:pic>
      <p:pic>
        <p:nvPicPr>
          <p:cNvPr id="11" name="Picture 3" descr="C:\Users\Admin\Downloads\ilovepdf_pages-to-jpg (3)\RU_PPT Template-White Blank (1)_page-0001.jpg"/>
          <p:cNvPicPr>
            <a:picLocks noChangeAspect="1" noChangeArrowheads="1"/>
          </p:cNvPicPr>
          <p:nvPr userDrawn="1"/>
        </p:nvPicPr>
        <p:blipFill>
          <a:blip r:embed="rId3"/>
          <a:srcRect l="6250" t="83342" b="3324"/>
          <a:stretch>
            <a:fillRect/>
          </a:stretch>
        </p:blipFill>
        <p:spPr bwMode="auto">
          <a:xfrm>
            <a:off x="726141" y="5867400"/>
            <a:ext cx="11430000" cy="914400"/>
          </a:xfrm>
          <a:prstGeom prst="rect">
            <a:avLst/>
          </a:prstGeom>
          <a:noFill/>
        </p:spPr>
      </p:pic>
    </p:spTree>
    <p:extLst>
      <p:ext uri="{BB962C8B-B14F-4D97-AF65-F5344CB8AC3E}">
        <p14:creationId xmlns:p14="http://schemas.microsoft.com/office/powerpoint/2010/main" val="217006962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5" Type="http://schemas.openxmlformats.org/officeDocument/2006/relationships/theme" Target="../theme/theme2.xml"/><Relationship Id="rId4"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5" Type="http://schemas.openxmlformats.org/officeDocument/2006/relationships/theme" Target="../theme/theme3.xml"/><Relationship Id="rId4"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5" Type="http://schemas.openxmlformats.org/officeDocument/2006/relationships/theme" Target="../theme/theme4.xml"/><Relationship Id="rId4" Type="http://schemas.openxmlformats.org/officeDocument/2006/relationships/slideLayout" Target="../slideLayouts/slideLayout18.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slideLayout" Target="../slideLayouts/slideLayout20.xml"/><Relationship Id="rId1" Type="http://schemas.openxmlformats.org/officeDocument/2006/relationships/slideLayout" Target="../slideLayouts/slideLayout19.xml"/><Relationship Id="rId5" Type="http://schemas.openxmlformats.org/officeDocument/2006/relationships/theme" Target="../theme/theme5.xml"/><Relationship Id="rId4" Type="http://schemas.openxmlformats.org/officeDocument/2006/relationships/slideLayout" Target="../slideLayouts/slideLayout22.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5" Type="http://schemas.openxmlformats.org/officeDocument/2006/relationships/theme" Target="../theme/theme6.xml"/><Relationship Id="rId4" Type="http://schemas.openxmlformats.org/officeDocument/2006/relationships/slideLayout" Target="../slideLayouts/slideLayout26.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29.xml"/><Relationship Id="rId7" Type="http://schemas.openxmlformats.org/officeDocument/2006/relationships/theme" Target="../theme/theme7.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5" Type="http://schemas.openxmlformats.org/officeDocument/2006/relationships/slideLayout" Target="../slideLayouts/slideLayout31.xml"/><Relationship Id="rId4" Type="http://schemas.openxmlformats.org/officeDocument/2006/relationships/slideLayout" Target="../slideLayouts/slideLayout30.xml"/></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34.xml"/><Relationship Id="rId1" Type="http://schemas.openxmlformats.org/officeDocument/2006/relationships/slideLayout" Target="../slideLayouts/slideLayout33.xml"/></Relationships>
</file>

<file path=ppt/slideMasters/_rels/slideMaster9.xml.rels><?xml version="1.0" encoding="UTF-8" standalone="yes"?>
<Relationships xmlns="http://schemas.openxmlformats.org/package/2006/relationships"><Relationship Id="rId3" Type="http://schemas.openxmlformats.org/officeDocument/2006/relationships/slideLayout" Target="../slideLayouts/slideLayout37.xml"/><Relationship Id="rId2" Type="http://schemas.openxmlformats.org/officeDocument/2006/relationships/slideLayout" Target="../slideLayouts/slideLayout36.xml"/><Relationship Id="rId1" Type="http://schemas.openxmlformats.org/officeDocument/2006/relationships/slideLayout" Target="../slideLayouts/slideLayout35.xml"/><Relationship Id="rId5" Type="http://schemas.openxmlformats.org/officeDocument/2006/relationships/theme" Target="../theme/theme9.xml"/><Relationship Id="rId4"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8807947"/>
      </p:ext>
    </p:extLst>
  </p:cSld>
  <p:clrMap bg1="lt1" tx1="dk1" bg2="lt2" tx2="dk2" accent1="accent1" accent2="accent2" accent3="accent3" accent4="accent4" accent5="accent5" accent6="accent6" hlink="hlink" folHlink="folHlink"/>
  <p:sldLayoutIdLst>
    <p:sldLayoutId id="2147483882" r:id="rId1"/>
    <p:sldLayoutId id="2147483886" r:id="rId2"/>
    <p:sldLayoutId id="2147484009" r:id="rId3"/>
    <p:sldLayoutId id="2147483883" r:id="rId4"/>
    <p:sldLayoutId id="2147483977" r:id="rId5"/>
    <p:sldLayoutId id="2147484011"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9393109"/>
      </p:ext>
    </p:extLst>
  </p:cSld>
  <p:clrMap bg1="lt1" tx1="dk1" bg2="lt2" tx2="dk2" accent1="accent1" accent2="accent2" accent3="accent3" accent4="accent4" accent5="accent5" accent6="accent6" hlink="hlink" folHlink="folHlink"/>
  <p:sldLayoutIdLst>
    <p:sldLayoutId id="2147483919" r:id="rId1"/>
    <p:sldLayoutId id="2147483941" r:id="rId2"/>
    <p:sldLayoutId id="2147483943" r:id="rId3"/>
    <p:sldLayoutId id="2147483944"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9687388"/>
      </p:ext>
    </p:extLst>
  </p:cSld>
  <p:clrMap bg1="lt1" tx1="dk1" bg2="lt2" tx2="dk2" accent1="accent1" accent2="accent2" accent3="accent3" accent4="accent4" accent5="accent5" accent6="accent6" hlink="hlink" folHlink="folHlink"/>
  <p:sldLayoutIdLst>
    <p:sldLayoutId id="2147483872" r:id="rId1"/>
    <p:sldLayoutId id="2147483873" r:id="rId2"/>
    <p:sldLayoutId id="2147483996" r:id="rId3"/>
    <p:sldLayoutId id="2147484010"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33008"/>
      </p:ext>
    </p:extLst>
  </p:cSld>
  <p:clrMap bg1="lt1" tx1="dk1" bg2="lt2" tx2="dk2" accent1="accent1" accent2="accent2" accent3="accent3" accent4="accent4" accent5="accent5" accent6="accent6" hlink="hlink" folHlink="folHlink"/>
  <p:sldLayoutIdLst>
    <p:sldLayoutId id="2147483929" r:id="rId1"/>
    <p:sldLayoutId id="2147483930" r:id="rId2"/>
    <p:sldLayoutId id="2147483998" r:id="rId3"/>
    <p:sldLayoutId id="2147483999"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1736560"/>
      </p:ext>
    </p:extLst>
  </p:cSld>
  <p:clrMap bg1="lt1" tx1="dk1" bg2="lt2" tx2="dk2" accent1="accent1" accent2="accent2" accent3="accent3" accent4="accent4" accent5="accent5" accent6="accent6" hlink="hlink" folHlink="folHlink"/>
  <p:sldLayoutIdLst>
    <p:sldLayoutId id="2147483946" r:id="rId1"/>
    <p:sldLayoutId id="2147483947" r:id="rId2"/>
    <p:sldLayoutId id="2147484002" r:id="rId3"/>
    <p:sldLayoutId id="2147484003"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1615241"/>
      </p:ext>
    </p:extLst>
  </p:cSld>
  <p:clrMap bg1="lt1" tx1="dk1" bg2="lt2" tx2="dk2" accent1="accent1" accent2="accent2" accent3="accent3" accent4="accent4" accent5="accent5" accent6="accent6" hlink="hlink" folHlink="folHlink"/>
  <p:sldLayoutIdLst>
    <p:sldLayoutId id="2147483903" r:id="rId1"/>
    <p:sldLayoutId id="2147483910" r:id="rId2"/>
    <p:sldLayoutId id="2147483891" r:id="rId3"/>
    <p:sldLayoutId id="2147484000"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5027028"/>
      </p:ext>
    </p:extLst>
  </p:cSld>
  <p:clrMap bg1="lt1" tx1="dk1" bg2="lt2" tx2="dk2" accent1="accent1" accent2="accent2" accent3="accent3" accent4="accent4" accent5="accent5" accent6="accent6" hlink="hlink" folHlink="folHlink"/>
  <p:sldLayoutIdLst>
    <p:sldLayoutId id="2147483932" r:id="rId1"/>
    <p:sldLayoutId id="2147484001" r:id="rId2"/>
    <p:sldLayoutId id="2147483916" r:id="rId3"/>
    <p:sldLayoutId id="2147484004" r:id="rId4"/>
    <p:sldLayoutId id="2147483879" r:id="rId5"/>
    <p:sldLayoutId id="2147484005"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2116322"/>
      </p:ext>
    </p:extLst>
  </p:cSld>
  <p:clrMap bg1="lt1" tx1="dk1" bg2="lt2" tx2="dk2" accent1="accent1" accent2="accent2" accent3="accent3" accent4="accent4" accent5="accent5" accent6="accent6" hlink="hlink" folHlink="folHlink"/>
  <p:sldLayoutIdLst>
    <p:sldLayoutId id="2147483935" r:id="rId1"/>
    <p:sldLayoutId id="2147483936"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6446998"/>
      </p:ext>
    </p:extLst>
  </p:cSld>
  <p:clrMap bg1="lt1" tx1="dk1" bg2="lt2" tx2="dk2" accent1="accent1" accent2="accent2" accent3="accent3" accent4="accent4" accent5="accent5" accent6="accent6" hlink="hlink" folHlink="folHlink"/>
  <p:sldLayoutIdLst>
    <p:sldLayoutId id="2147484007" r:id="rId1"/>
    <p:sldLayoutId id="2147484008" r:id="rId2"/>
    <p:sldLayoutId id="2147484006" r:id="rId3"/>
    <p:sldLayoutId id="2147483992"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kern="0" dirty="0">
                <a:latin typeface="Times New Roman"/>
                <a:cs typeface="Times New Roman"/>
                <a:sym typeface="Times New Roman"/>
              </a:rPr>
              <a:t>TRANSPORT LOGISTICS</a:t>
            </a:r>
            <a:endParaRPr lang="en-US" dirty="0"/>
          </a:p>
        </p:txBody>
      </p:sp>
      <p:sp>
        <p:nvSpPr>
          <p:cNvPr id="5" name="Text Placeholder 4"/>
          <p:cNvSpPr>
            <a:spLocks noGrp="1"/>
          </p:cNvSpPr>
          <p:nvPr>
            <p:ph type="body" sz="quarter" idx="10"/>
          </p:nvPr>
        </p:nvSpPr>
        <p:spPr>
          <a:xfrm>
            <a:off x="1199456" y="5085184"/>
            <a:ext cx="6755716" cy="407987"/>
          </a:xfrm>
        </p:spPr>
        <p:txBody>
          <a:bodyPr/>
          <a:lstStyle/>
          <a:p>
            <a:r>
              <a:rPr lang="en-US" dirty="0"/>
              <a:t>School of CSE AI&amp;DS C</a:t>
            </a:r>
          </a:p>
        </p:txBody>
      </p:sp>
      <p:pic>
        <p:nvPicPr>
          <p:cNvPr id="1026" name="Picture 2" descr="Sustainable Development Goal 5 - Wikipedia">
            <a:extLst>
              <a:ext uri="{FF2B5EF4-FFF2-40B4-BE49-F238E27FC236}">
                <a16:creationId xmlns:a16="http://schemas.microsoft.com/office/drawing/2014/main" id="{9BEACF2C-2A05-A81E-0B71-1E36C7EE275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064552" y="1556792"/>
            <a:ext cx="584465" cy="58446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0669A633-77BF-4469-C9C3-104E11ECF68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28448" y="1548391"/>
            <a:ext cx="584465" cy="5844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3552" y="1268760"/>
            <a:ext cx="8280920" cy="1008112"/>
          </a:xfrm>
        </p:spPr>
        <p:txBody>
          <a:bodyPr/>
          <a:lstStyle/>
          <a:p>
            <a:r>
              <a:rPr lang="en-US" sz="4000" dirty="0"/>
              <a:t>TITLE: </a:t>
            </a:r>
            <a:r>
              <a:rPr lang="en-US" sz="4000" b="1" kern="0" dirty="0">
                <a:latin typeface="Times New Roman"/>
                <a:cs typeface="Times New Roman"/>
                <a:sym typeface="Times New Roman"/>
              </a:rPr>
              <a:t>TRANSPORT </a:t>
            </a:r>
            <a:r>
              <a:rPr lang="en-US" sz="4400" b="1" kern="0" dirty="0">
                <a:latin typeface="Times New Roman"/>
                <a:cs typeface="Times New Roman"/>
                <a:sym typeface="Times New Roman"/>
              </a:rPr>
              <a:t>LOGISTICS</a:t>
            </a:r>
            <a:endParaRPr lang="en-US" sz="4000" dirty="0"/>
          </a:p>
        </p:txBody>
      </p:sp>
      <p:graphicFrame>
        <p:nvGraphicFramePr>
          <p:cNvPr id="4" name="Table 3">
            <a:extLst>
              <a:ext uri="{FF2B5EF4-FFF2-40B4-BE49-F238E27FC236}">
                <a16:creationId xmlns:a16="http://schemas.microsoft.com/office/drawing/2014/main" id="{AD00B914-8A85-39FB-6C28-03F305E1998A}"/>
              </a:ext>
            </a:extLst>
          </p:cNvPr>
          <p:cNvGraphicFramePr>
            <a:graphicFrameLocks noGrp="1"/>
          </p:cNvGraphicFramePr>
          <p:nvPr>
            <p:extLst>
              <p:ext uri="{D42A27DB-BD31-4B8C-83A1-F6EECF244321}">
                <p14:modId xmlns:p14="http://schemas.microsoft.com/office/powerpoint/2010/main" val="3363512761"/>
              </p:ext>
            </p:extLst>
          </p:nvPr>
        </p:nvGraphicFramePr>
        <p:xfrm>
          <a:off x="2387588" y="2564904"/>
          <a:ext cx="7416824" cy="3168354"/>
        </p:xfrm>
        <a:graphic>
          <a:graphicData uri="http://schemas.openxmlformats.org/drawingml/2006/table">
            <a:tbl>
              <a:tblPr firstRow="1" bandRow="1">
                <a:tableStyleId>{5C22544A-7EE6-4342-B048-85BDC9FD1C3A}</a:tableStyleId>
              </a:tblPr>
              <a:tblGrid>
                <a:gridCol w="3708412">
                  <a:extLst>
                    <a:ext uri="{9D8B030D-6E8A-4147-A177-3AD203B41FA5}">
                      <a16:colId xmlns:a16="http://schemas.microsoft.com/office/drawing/2014/main" val="50089967"/>
                    </a:ext>
                  </a:extLst>
                </a:gridCol>
                <a:gridCol w="3708412">
                  <a:extLst>
                    <a:ext uri="{9D8B030D-6E8A-4147-A177-3AD203B41FA5}">
                      <a16:colId xmlns:a16="http://schemas.microsoft.com/office/drawing/2014/main" val="975677717"/>
                    </a:ext>
                  </a:extLst>
                </a:gridCol>
              </a:tblGrid>
              <a:tr h="528059">
                <a:tc>
                  <a:txBody>
                    <a:bodyPr/>
                    <a:lstStyle/>
                    <a:p>
                      <a:pPr algn="ctr"/>
                      <a:r>
                        <a:rPr lang="en-IN" dirty="0"/>
                        <a:t>Team member name</a:t>
                      </a:r>
                    </a:p>
                  </a:txBody>
                  <a:tcPr anchor="ctr"/>
                </a:tc>
                <a:tc>
                  <a:txBody>
                    <a:bodyPr/>
                    <a:lstStyle/>
                    <a:p>
                      <a:pPr algn="ctr"/>
                      <a:r>
                        <a:rPr lang="en-IN" dirty="0"/>
                        <a:t> Role</a:t>
                      </a:r>
                    </a:p>
                  </a:txBody>
                  <a:tcPr anchor="ctr"/>
                </a:tc>
                <a:extLst>
                  <a:ext uri="{0D108BD9-81ED-4DB2-BD59-A6C34878D82A}">
                    <a16:rowId xmlns:a16="http://schemas.microsoft.com/office/drawing/2014/main" val="2884729165"/>
                  </a:ext>
                </a:extLst>
              </a:tr>
              <a:tr h="528059">
                <a:tc>
                  <a:txBody>
                    <a:bodyPr/>
                    <a:lstStyle/>
                    <a:p>
                      <a:pPr algn="ctr"/>
                      <a:r>
                        <a:rPr lang="en-IN" dirty="0"/>
                        <a:t>Saqib Ahmed K</a:t>
                      </a:r>
                    </a:p>
                  </a:txBody>
                  <a:tcPr anchor="ctr"/>
                </a:tc>
                <a:tc>
                  <a:txBody>
                    <a:bodyPr/>
                    <a:lstStyle/>
                    <a:p>
                      <a:pPr algn="ctr"/>
                      <a:r>
                        <a:rPr lang="en-IN" dirty="0"/>
                        <a:t>Team Lead &amp; Product Manager</a:t>
                      </a:r>
                    </a:p>
                  </a:txBody>
                  <a:tcPr anchor="ctr"/>
                </a:tc>
                <a:extLst>
                  <a:ext uri="{0D108BD9-81ED-4DB2-BD59-A6C34878D82A}">
                    <a16:rowId xmlns:a16="http://schemas.microsoft.com/office/drawing/2014/main" val="2594477258"/>
                  </a:ext>
                </a:extLst>
              </a:tr>
              <a:tr h="528059">
                <a:tc>
                  <a:txBody>
                    <a:bodyPr/>
                    <a:lstStyle/>
                    <a:p>
                      <a:pPr algn="ctr"/>
                      <a:r>
                        <a:rPr lang="en-IN" dirty="0"/>
                        <a:t>Navadheep G P</a:t>
                      </a:r>
                    </a:p>
                  </a:txBody>
                  <a:tcPr anchor="ctr"/>
                </a:tc>
                <a:tc>
                  <a:txBody>
                    <a:bodyPr/>
                    <a:lstStyle/>
                    <a:p>
                      <a:pPr algn="ctr"/>
                      <a:r>
                        <a:rPr lang="en-IN" dirty="0"/>
                        <a:t>Developer and Customer Lead</a:t>
                      </a:r>
                    </a:p>
                  </a:txBody>
                  <a:tcPr anchor="ctr"/>
                </a:tc>
                <a:extLst>
                  <a:ext uri="{0D108BD9-81ED-4DB2-BD59-A6C34878D82A}">
                    <a16:rowId xmlns:a16="http://schemas.microsoft.com/office/drawing/2014/main" val="3251612009"/>
                  </a:ext>
                </a:extLst>
              </a:tr>
              <a:tr h="528059">
                <a:tc>
                  <a:txBody>
                    <a:bodyPr/>
                    <a:lstStyle/>
                    <a:p>
                      <a:pPr algn="ctr"/>
                      <a:r>
                        <a:rPr lang="en-IN" dirty="0"/>
                        <a:t>Yuvaraju Karthik</a:t>
                      </a:r>
                    </a:p>
                  </a:txBody>
                  <a:tcPr anchor="ctr"/>
                </a:tc>
                <a:tc>
                  <a:txBody>
                    <a:bodyPr/>
                    <a:lstStyle/>
                    <a:p>
                      <a:pPr algn="ctr"/>
                      <a:r>
                        <a:rPr lang="en-IN" dirty="0"/>
                        <a:t>Developer Designer and Marketing</a:t>
                      </a:r>
                    </a:p>
                  </a:txBody>
                  <a:tcPr anchor="ctr"/>
                </a:tc>
                <a:extLst>
                  <a:ext uri="{0D108BD9-81ED-4DB2-BD59-A6C34878D82A}">
                    <a16:rowId xmlns:a16="http://schemas.microsoft.com/office/drawing/2014/main" val="218989344"/>
                  </a:ext>
                </a:extLst>
              </a:tr>
              <a:tr h="528059">
                <a:tc>
                  <a:txBody>
                    <a:bodyPr/>
                    <a:lstStyle/>
                    <a:p>
                      <a:pPr algn="ctr"/>
                      <a:r>
                        <a:rPr lang="en-IN" dirty="0"/>
                        <a:t>Ragul A</a:t>
                      </a:r>
                    </a:p>
                  </a:txBody>
                  <a:tcPr anchor="ctr"/>
                </a:tc>
                <a:tc>
                  <a:txBody>
                    <a:bodyPr/>
                    <a:lstStyle/>
                    <a:p>
                      <a:pPr algn="ctr"/>
                      <a:r>
                        <a:rPr lang="en-US" dirty="0"/>
                        <a:t>Debugger and Tester</a:t>
                      </a:r>
                      <a:endParaRPr lang="en-IN" dirty="0"/>
                    </a:p>
                  </a:txBody>
                  <a:tcPr anchor="ctr"/>
                </a:tc>
                <a:extLst>
                  <a:ext uri="{0D108BD9-81ED-4DB2-BD59-A6C34878D82A}">
                    <a16:rowId xmlns:a16="http://schemas.microsoft.com/office/drawing/2014/main" val="2531502386"/>
                  </a:ext>
                </a:extLst>
              </a:tr>
              <a:tr h="528059">
                <a:tc>
                  <a:txBody>
                    <a:bodyPr/>
                    <a:lstStyle/>
                    <a:p>
                      <a:pPr algn="ctr"/>
                      <a:r>
                        <a:rPr lang="en-IN" dirty="0"/>
                        <a:t>Prashamsha S</a:t>
                      </a:r>
                    </a:p>
                  </a:txBody>
                  <a:tcPr anchor="ctr"/>
                </a:tc>
                <a:tc>
                  <a:txBody>
                    <a:bodyPr/>
                    <a:lstStyle/>
                    <a:p>
                      <a:pPr algn="ctr"/>
                      <a:r>
                        <a:rPr lang="en-IN" dirty="0"/>
                        <a:t>Business Analyst</a:t>
                      </a:r>
                    </a:p>
                  </a:txBody>
                  <a:tcPr anchor="ctr"/>
                </a:tc>
                <a:extLst>
                  <a:ext uri="{0D108BD9-81ED-4DB2-BD59-A6C34878D82A}">
                    <a16:rowId xmlns:a16="http://schemas.microsoft.com/office/drawing/2014/main" val="3911703644"/>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Shape 24">
            <a:extLst>
              <a:ext uri="{FF2B5EF4-FFF2-40B4-BE49-F238E27FC236}">
                <a16:creationId xmlns:a16="http://schemas.microsoft.com/office/drawing/2014/main" id="{086A2931-166C-131E-6A0C-6A1107E8C6B1}"/>
              </a:ext>
            </a:extLst>
          </p:cNvPr>
          <p:cNvSpPr/>
          <p:nvPr/>
        </p:nvSpPr>
        <p:spPr>
          <a:xfrm>
            <a:off x="7635240" y="3743720"/>
            <a:ext cx="3861360" cy="1512168"/>
          </a:xfrm>
          <a:prstGeom prst="roundRect">
            <a:avLst>
              <a:gd name="adj" fmla="val 9756"/>
            </a:avLst>
          </a:prstGeom>
          <a:solidFill>
            <a:srgbClr val="FFF5F6"/>
          </a:solidFill>
          <a:ln w="12700">
            <a:solidFill>
              <a:srgbClr val="E3E6EB"/>
            </a:solidFill>
            <a:prstDash val="solid"/>
          </a:ln>
        </p:spPr>
      </p:sp>
      <p:sp>
        <p:nvSpPr>
          <p:cNvPr id="29" name="Text 11">
            <a:extLst>
              <a:ext uri="{FF2B5EF4-FFF2-40B4-BE49-F238E27FC236}">
                <a16:creationId xmlns:a16="http://schemas.microsoft.com/office/drawing/2014/main" id="{F792ED11-77C7-1233-7A65-419FB43135D5}"/>
              </a:ext>
            </a:extLst>
          </p:cNvPr>
          <p:cNvSpPr/>
          <p:nvPr/>
        </p:nvSpPr>
        <p:spPr>
          <a:xfrm>
            <a:off x="794435" y="692696"/>
            <a:ext cx="2018968" cy="411480"/>
          </a:xfrm>
          <a:prstGeom prst="rect">
            <a:avLst/>
          </a:prstGeom>
          <a:noFill/>
          <a:ln/>
        </p:spPr>
        <p:txBody>
          <a:bodyPr wrap="square" lIns="0" tIns="0" rIns="0" bIns="0" rtlCol="0" anchor="ctr"/>
          <a:lstStyle/>
          <a:p>
            <a:pPr marL="0" indent="0">
              <a:buNone/>
            </a:pPr>
            <a:r>
              <a:rPr lang="en-US" sz="2800" b="1" dirty="0"/>
              <a:t>ABSTRACT:</a:t>
            </a:r>
          </a:p>
        </p:txBody>
      </p:sp>
      <p:sp>
        <p:nvSpPr>
          <p:cNvPr id="30" name="Text 12">
            <a:extLst>
              <a:ext uri="{FF2B5EF4-FFF2-40B4-BE49-F238E27FC236}">
                <a16:creationId xmlns:a16="http://schemas.microsoft.com/office/drawing/2014/main" id="{62BA7016-361B-CAE4-54F7-F506DC53602C}"/>
              </a:ext>
            </a:extLst>
          </p:cNvPr>
          <p:cNvSpPr/>
          <p:nvPr/>
        </p:nvSpPr>
        <p:spPr>
          <a:xfrm>
            <a:off x="822960" y="1508760"/>
            <a:ext cx="6583680" cy="3108960"/>
          </a:xfrm>
          <a:prstGeom prst="rect">
            <a:avLst/>
          </a:prstGeom>
          <a:noFill/>
          <a:ln/>
        </p:spPr>
        <p:txBody>
          <a:bodyPr wrap="square" lIns="508" tIns="508" rIns="508" bIns="508" rtlCol="0" anchor="t">
            <a:normAutofit/>
          </a:bodyPr>
          <a:lstStyle/>
          <a:p>
            <a:pPr marL="0" indent="0" algn="just">
              <a:lnSpc>
                <a:spcPct val="110000"/>
              </a:lnSpc>
              <a:buNone/>
            </a:pPr>
            <a:r>
              <a:rPr lang="en-US" sz="1800" dirty="0" err="1">
                <a:solidFill>
                  <a:srgbClr val="111111"/>
                </a:solidFill>
                <a:latin typeface="Aptos" pitchFamily="34" charset="0"/>
                <a:ea typeface="Aptos" pitchFamily="34" charset="-122"/>
                <a:cs typeface="Aptos" pitchFamily="34" charset="-120"/>
              </a:rPr>
              <a:t>TransL</a:t>
            </a:r>
            <a:r>
              <a:rPr lang="en-US" sz="1800" dirty="0">
                <a:solidFill>
                  <a:srgbClr val="111111"/>
                </a:solidFill>
                <a:latin typeface="Aptos" pitchFamily="34" charset="0"/>
                <a:ea typeface="Aptos" pitchFamily="34" charset="-122"/>
                <a:cs typeface="Aptos" pitchFamily="34" charset="-120"/>
              </a:rPr>
              <a:t> is an AI-based logistics solution built for small and medium trucking businesses that still depend on phone calls and WhatsApp groups to find suitable loads and trucks. The system reduces this manual effort by automatically comparing route, weight, cargo type, truck capacity, and schedule. The output is a ranked list of best truck options, shown through a web prototype with simple user forms and live match results. In simple words, the project aims to save time, reduce fuel waste, improve truck utilisation, and increase earnings per trip.</a:t>
            </a:r>
            <a:endParaRPr lang="en-US" sz="1800" dirty="0"/>
          </a:p>
        </p:txBody>
      </p:sp>
      <p:sp>
        <p:nvSpPr>
          <p:cNvPr id="31" name="Shape 13">
            <a:extLst>
              <a:ext uri="{FF2B5EF4-FFF2-40B4-BE49-F238E27FC236}">
                <a16:creationId xmlns:a16="http://schemas.microsoft.com/office/drawing/2014/main" id="{1A2174F5-A041-6176-DAB8-3D3D05559AC0}"/>
              </a:ext>
            </a:extLst>
          </p:cNvPr>
          <p:cNvSpPr/>
          <p:nvPr/>
        </p:nvSpPr>
        <p:spPr>
          <a:xfrm>
            <a:off x="7635240" y="1572768"/>
            <a:ext cx="3861360" cy="1856232"/>
          </a:xfrm>
          <a:prstGeom prst="roundRect">
            <a:avLst>
              <a:gd name="adj" fmla="val 6780"/>
            </a:avLst>
          </a:prstGeom>
          <a:solidFill>
            <a:srgbClr val="ECFCF8"/>
          </a:solidFill>
          <a:ln w="12700">
            <a:solidFill>
              <a:srgbClr val="E3E6EB"/>
            </a:solidFill>
            <a:prstDash val="solid"/>
          </a:ln>
        </p:spPr>
      </p:sp>
      <p:sp>
        <p:nvSpPr>
          <p:cNvPr id="32" name="Text 14">
            <a:extLst>
              <a:ext uri="{FF2B5EF4-FFF2-40B4-BE49-F238E27FC236}">
                <a16:creationId xmlns:a16="http://schemas.microsoft.com/office/drawing/2014/main" id="{C62457B2-8E4B-E677-FD18-281F0EDF3F3A}"/>
              </a:ext>
            </a:extLst>
          </p:cNvPr>
          <p:cNvSpPr/>
          <p:nvPr/>
        </p:nvSpPr>
        <p:spPr>
          <a:xfrm>
            <a:off x="7799832" y="1691640"/>
            <a:ext cx="3236976" cy="228600"/>
          </a:xfrm>
          <a:prstGeom prst="rect">
            <a:avLst/>
          </a:prstGeom>
          <a:noFill/>
          <a:ln/>
        </p:spPr>
        <p:txBody>
          <a:bodyPr wrap="square" lIns="0" tIns="0" rIns="0" bIns="0" rtlCol="0" anchor="ctr"/>
          <a:lstStyle/>
          <a:p>
            <a:pPr marL="0" indent="0">
              <a:buNone/>
            </a:pPr>
            <a:r>
              <a:rPr lang="en-US" sz="1600" b="1" dirty="0">
                <a:solidFill>
                  <a:srgbClr val="12C8B3"/>
                </a:solidFill>
                <a:latin typeface="Aptos Display" pitchFamily="34" charset="0"/>
                <a:ea typeface="Aptos Display" pitchFamily="34" charset="-122"/>
                <a:cs typeface="Aptos Display" pitchFamily="34" charset="-120"/>
              </a:rPr>
              <a:t>Core value</a:t>
            </a:r>
            <a:endParaRPr lang="en-US" sz="1600" dirty="0"/>
          </a:p>
        </p:txBody>
      </p:sp>
      <p:sp>
        <p:nvSpPr>
          <p:cNvPr id="33" name="Text 15">
            <a:extLst>
              <a:ext uri="{FF2B5EF4-FFF2-40B4-BE49-F238E27FC236}">
                <a16:creationId xmlns:a16="http://schemas.microsoft.com/office/drawing/2014/main" id="{2A6F5DF9-44DF-2FD7-5CEF-79E218DB55D2}"/>
              </a:ext>
            </a:extLst>
          </p:cNvPr>
          <p:cNvSpPr/>
          <p:nvPr/>
        </p:nvSpPr>
        <p:spPr>
          <a:xfrm>
            <a:off x="7799832" y="1956816"/>
            <a:ext cx="3480744" cy="603504"/>
          </a:xfrm>
          <a:prstGeom prst="rect">
            <a:avLst/>
          </a:prstGeom>
          <a:noFill/>
          <a:ln/>
        </p:spPr>
        <p:txBody>
          <a:bodyPr wrap="square" lIns="254" tIns="254" rIns="254" bIns="254" rtlCol="0" anchor="t">
            <a:noAutofit/>
          </a:bodyPr>
          <a:lstStyle/>
          <a:p>
            <a:pPr marL="0" indent="0" algn="just">
              <a:lnSpc>
                <a:spcPct val="105000"/>
              </a:lnSpc>
              <a:buNone/>
            </a:pPr>
            <a:r>
              <a:rPr lang="en-US" sz="1400" dirty="0">
                <a:solidFill>
                  <a:srgbClr val="111111"/>
                </a:solidFill>
                <a:latin typeface="Aptos" pitchFamily="34" charset="0"/>
                <a:ea typeface="Aptos" pitchFamily="34" charset="-122"/>
                <a:cs typeface="Aptos" pitchFamily="34" charset="-120"/>
              </a:rPr>
              <a:t>The project changes manual load planning into a faster digital workflow where a shipper can post a load and immediately view the best available trucks.</a:t>
            </a:r>
            <a:endParaRPr lang="en-US" sz="1400" dirty="0"/>
          </a:p>
        </p:txBody>
      </p:sp>
      <p:sp>
        <p:nvSpPr>
          <p:cNvPr id="37" name="Text 20">
            <a:extLst>
              <a:ext uri="{FF2B5EF4-FFF2-40B4-BE49-F238E27FC236}">
                <a16:creationId xmlns:a16="http://schemas.microsoft.com/office/drawing/2014/main" id="{DDFF02F3-115A-A176-1695-41DC9276500A}"/>
              </a:ext>
            </a:extLst>
          </p:cNvPr>
          <p:cNvSpPr/>
          <p:nvPr/>
        </p:nvSpPr>
        <p:spPr>
          <a:xfrm>
            <a:off x="7799832" y="3943347"/>
            <a:ext cx="3236976" cy="228600"/>
          </a:xfrm>
          <a:prstGeom prst="rect">
            <a:avLst/>
          </a:prstGeom>
          <a:noFill/>
          <a:ln/>
        </p:spPr>
        <p:txBody>
          <a:bodyPr wrap="square" lIns="0" tIns="0" rIns="0" bIns="0" rtlCol="0" anchor="ctr"/>
          <a:lstStyle/>
          <a:p>
            <a:pPr marL="0" indent="0">
              <a:buNone/>
            </a:pPr>
            <a:r>
              <a:rPr lang="en-US" sz="1600" b="1" dirty="0">
                <a:solidFill>
                  <a:srgbClr val="E8732A"/>
                </a:solidFill>
                <a:latin typeface="Aptos Display" pitchFamily="34" charset="0"/>
                <a:ea typeface="Aptos Display" pitchFamily="34" charset="-122"/>
                <a:cs typeface="Aptos Display" pitchFamily="34" charset="-120"/>
              </a:rPr>
              <a:t>Expected impact</a:t>
            </a:r>
            <a:endParaRPr lang="en-US" sz="1600" dirty="0"/>
          </a:p>
        </p:txBody>
      </p:sp>
      <p:sp>
        <p:nvSpPr>
          <p:cNvPr id="38" name="Text 21">
            <a:extLst>
              <a:ext uri="{FF2B5EF4-FFF2-40B4-BE49-F238E27FC236}">
                <a16:creationId xmlns:a16="http://schemas.microsoft.com/office/drawing/2014/main" id="{A787EE5F-8899-4685-0432-36CC85626EFB}"/>
              </a:ext>
            </a:extLst>
          </p:cNvPr>
          <p:cNvSpPr/>
          <p:nvPr/>
        </p:nvSpPr>
        <p:spPr>
          <a:xfrm>
            <a:off x="7799832" y="4280155"/>
            <a:ext cx="3480744" cy="603504"/>
          </a:xfrm>
          <a:prstGeom prst="rect">
            <a:avLst/>
          </a:prstGeom>
          <a:noFill/>
          <a:ln/>
        </p:spPr>
        <p:txBody>
          <a:bodyPr wrap="square" lIns="254" tIns="254" rIns="254" bIns="254" rtlCol="0" anchor="t">
            <a:noAutofit/>
          </a:bodyPr>
          <a:lstStyle/>
          <a:p>
            <a:pPr marL="0" indent="0" algn="just">
              <a:lnSpc>
                <a:spcPct val="105000"/>
              </a:lnSpc>
              <a:buNone/>
            </a:pPr>
            <a:r>
              <a:rPr lang="en-US" sz="1400" dirty="0">
                <a:solidFill>
                  <a:srgbClr val="111111"/>
                </a:solidFill>
                <a:latin typeface="Aptos" pitchFamily="34" charset="0"/>
                <a:ea typeface="Aptos" pitchFamily="34" charset="-122"/>
                <a:cs typeface="Aptos" pitchFamily="34" charset="-120"/>
              </a:rPr>
              <a:t>Better truck fill rate, fewer empty return trips, less fuel loss, and a smoother booking decision for logistics users.</a:t>
            </a:r>
            <a:endParaRPr lang="en-US" sz="1400" dirty="0"/>
          </a:p>
        </p:txBody>
      </p:sp>
      <p:sp>
        <p:nvSpPr>
          <p:cNvPr id="41" name="TextBox 40">
            <a:extLst>
              <a:ext uri="{FF2B5EF4-FFF2-40B4-BE49-F238E27FC236}">
                <a16:creationId xmlns:a16="http://schemas.microsoft.com/office/drawing/2014/main" id="{3907EE47-2EA1-281F-486F-91ADC4E508D8}"/>
              </a:ext>
            </a:extLst>
          </p:cNvPr>
          <p:cNvSpPr txBox="1"/>
          <p:nvPr/>
        </p:nvSpPr>
        <p:spPr>
          <a:xfrm>
            <a:off x="11496600" y="6021288"/>
            <a:ext cx="936104" cy="461665"/>
          </a:xfrm>
          <a:prstGeom prst="rect">
            <a:avLst/>
          </a:prstGeom>
          <a:noFill/>
        </p:spPr>
        <p:txBody>
          <a:bodyPr wrap="square" rtlCol="0">
            <a:spAutoFit/>
          </a:bodyPr>
          <a:lstStyle/>
          <a:p>
            <a:r>
              <a:rPr lang="en-US" sz="2400" dirty="0"/>
              <a:t>3</a:t>
            </a:r>
            <a:endParaRPr lang="en-IN" sz="2400" dirty="0"/>
          </a:p>
        </p:txBody>
      </p:sp>
    </p:spTree>
    <p:extLst>
      <p:ext uri="{BB962C8B-B14F-4D97-AF65-F5344CB8AC3E}">
        <p14:creationId xmlns:p14="http://schemas.microsoft.com/office/powerpoint/2010/main" val="2091372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B40E64-821E-32E5-5503-054FC9F5C6E4}"/>
              </a:ext>
            </a:extLst>
          </p:cNvPr>
          <p:cNvSpPr>
            <a:spLocks noGrp="1"/>
          </p:cNvSpPr>
          <p:nvPr>
            <p:ph type="sldNum" sz="quarter" idx="14"/>
          </p:nvPr>
        </p:nvSpPr>
        <p:spPr/>
        <p:txBody>
          <a:bodyPr/>
          <a:lstStyle/>
          <a:p>
            <a:fld id="{45A3C14A-F937-4231-B6F1-40B429FAFB2F}" type="slidenum">
              <a:rPr lang="en-NZ" smtClean="0"/>
              <a:pPr/>
              <a:t>4</a:t>
            </a:fld>
            <a:endParaRPr lang="en-NZ" dirty="0"/>
          </a:p>
        </p:txBody>
      </p:sp>
      <p:sp>
        <p:nvSpPr>
          <p:cNvPr id="3" name="Title 2">
            <a:extLst>
              <a:ext uri="{FF2B5EF4-FFF2-40B4-BE49-F238E27FC236}">
                <a16:creationId xmlns:a16="http://schemas.microsoft.com/office/drawing/2014/main" id="{B952B57C-8B6E-DDB2-4000-C71C9C2B6198}"/>
              </a:ext>
            </a:extLst>
          </p:cNvPr>
          <p:cNvSpPr>
            <a:spLocks noGrp="1"/>
          </p:cNvSpPr>
          <p:nvPr>
            <p:ph type="title"/>
          </p:nvPr>
        </p:nvSpPr>
        <p:spPr>
          <a:xfrm>
            <a:off x="695400" y="836712"/>
            <a:ext cx="5400600" cy="512934"/>
          </a:xfrm>
        </p:spPr>
        <p:txBody>
          <a:bodyPr/>
          <a:lstStyle/>
          <a:p>
            <a:r>
              <a:rPr lang="en-US" b="1" dirty="0">
                <a:solidFill>
                  <a:srgbClr val="111111"/>
                </a:solidFill>
                <a:latin typeface="Aptos Display" pitchFamily="34" charset="0"/>
                <a:ea typeface="Aptos Display" pitchFamily="34" charset="-122"/>
                <a:cs typeface="Aptos Display" pitchFamily="34" charset="-120"/>
              </a:rPr>
              <a:t>Introduction:</a:t>
            </a:r>
            <a:br>
              <a:rPr lang="en-US" dirty="0"/>
            </a:br>
            <a:endParaRPr lang="en-IN" dirty="0"/>
          </a:p>
        </p:txBody>
      </p:sp>
      <p:sp>
        <p:nvSpPr>
          <p:cNvPr id="4" name="Text Placeholder 3">
            <a:extLst>
              <a:ext uri="{FF2B5EF4-FFF2-40B4-BE49-F238E27FC236}">
                <a16:creationId xmlns:a16="http://schemas.microsoft.com/office/drawing/2014/main" id="{AA76E408-7332-4AC7-353C-05B27A852E65}"/>
              </a:ext>
            </a:extLst>
          </p:cNvPr>
          <p:cNvSpPr>
            <a:spLocks noGrp="1"/>
          </p:cNvSpPr>
          <p:nvPr>
            <p:ph type="body" sz="quarter" idx="17"/>
          </p:nvPr>
        </p:nvSpPr>
        <p:spPr>
          <a:xfrm>
            <a:off x="695400" y="1233988"/>
            <a:ext cx="10801201" cy="2087112"/>
          </a:xfrm>
        </p:spPr>
        <p:txBody>
          <a:bodyPr/>
          <a:lstStyle/>
          <a:p>
            <a:pPr marL="0" indent="0" algn="just">
              <a:buNone/>
            </a:pPr>
            <a:r>
              <a:rPr lang="en-US" sz="2000" dirty="0">
                <a:solidFill>
                  <a:srgbClr val="111111"/>
                </a:solidFill>
                <a:latin typeface="Aptos" pitchFamily="34" charset="0"/>
                <a:ea typeface="Aptos" pitchFamily="34" charset="-122"/>
                <a:cs typeface="Aptos" pitchFamily="34" charset="-120"/>
              </a:rPr>
              <a:t>In the present logistics ecosystem, many small fleet owners and shippers work with unstructured communication. A truck owner may spend hours calling brokers, and even after that the vehicle can return empty. This creates unnecessary fuel use, more operating cost, and lower profit. Load Match was designed to address this exact problem through a simple digital platform that automates load planning and reduces delay.</a:t>
            </a:r>
          </a:p>
          <a:p>
            <a:pPr marL="0" indent="0" algn="just">
              <a:buNone/>
            </a:pPr>
            <a:endParaRPr lang="en-US" sz="2000" dirty="0"/>
          </a:p>
          <a:p>
            <a:pPr marL="0" indent="0" algn="just">
              <a:buNone/>
            </a:pPr>
            <a:r>
              <a:rPr lang="en-US" b="1" dirty="0">
                <a:solidFill>
                  <a:schemeClr val="tx1"/>
                </a:solidFill>
                <a:latin typeface="Aptos Display" pitchFamily="34" charset="0"/>
                <a:ea typeface="Aptos Display" pitchFamily="34" charset="-122"/>
                <a:cs typeface="Aptos Display" pitchFamily="34" charset="-120"/>
              </a:rPr>
              <a:t>Problem statement:</a:t>
            </a:r>
            <a:endParaRPr lang="en-US" dirty="0">
              <a:solidFill>
                <a:schemeClr val="tx1"/>
              </a:solidFill>
            </a:endParaRPr>
          </a:p>
          <a:p>
            <a:pPr marL="0" indent="0" algn="just">
              <a:buNone/>
            </a:pPr>
            <a:r>
              <a:rPr lang="en-US" sz="2000" dirty="0">
                <a:solidFill>
                  <a:srgbClr val="111111"/>
                </a:solidFill>
                <a:latin typeface="Aptos" pitchFamily="34" charset="0"/>
                <a:ea typeface="Aptos" pitchFamily="34" charset="-122"/>
                <a:cs typeface="Aptos" pitchFamily="34" charset="-120"/>
              </a:rPr>
              <a:t>Small trucking and logistics businesses in India often depend on manual processes such as WhatsApp groups and phone calls to match cargo with available trucks. This approach is inefficient and frequently results in trucks operating below full capacity. The proposed AI solution intelligently matches cargo with trucks and helps automate day-to-day decision making.</a:t>
            </a:r>
            <a:endParaRPr lang="en-US" sz="2000" dirty="0"/>
          </a:p>
          <a:p>
            <a:pPr algn="just"/>
            <a:endParaRPr lang="en-IN" sz="2000" dirty="0"/>
          </a:p>
        </p:txBody>
      </p:sp>
    </p:spTree>
    <p:extLst>
      <p:ext uri="{BB962C8B-B14F-4D97-AF65-F5344CB8AC3E}">
        <p14:creationId xmlns:p14="http://schemas.microsoft.com/office/powerpoint/2010/main" val="60959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11">
            <a:extLst>
              <a:ext uri="{FF2B5EF4-FFF2-40B4-BE49-F238E27FC236}">
                <a16:creationId xmlns:a16="http://schemas.microsoft.com/office/drawing/2014/main" id="{661F9815-A44B-3EF8-AC81-8D0D9B727D5C}"/>
              </a:ext>
            </a:extLst>
          </p:cNvPr>
          <p:cNvSpPr/>
          <p:nvPr/>
        </p:nvSpPr>
        <p:spPr>
          <a:xfrm>
            <a:off x="548640" y="685800"/>
            <a:ext cx="7498080" cy="411480"/>
          </a:xfrm>
          <a:prstGeom prst="rect">
            <a:avLst/>
          </a:prstGeom>
          <a:noFill/>
          <a:ln/>
        </p:spPr>
        <p:txBody>
          <a:bodyPr wrap="square" lIns="0" tIns="0" rIns="0" bIns="0" rtlCol="0" anchor="ctr"/>
          <a:lstStyle/>
          <a:p>
            <a:pPr marL="0" indent="0">
              <a:buNone/>
            </a:pPr>
            <a:r>
              <a:rPr lang="en-US" sz="2500" b="1" dirty="0">
                <a:solidFill>
                  <a:srgbClr val="111111"/>
                </a:solidFill>
                <a:latin typeface="Aptos Display" pitchFamily="34" charset="0"/>
                <a:ea typeface="Aptos Display" pitchFamily="34" charset="-122"/>
                <a:cs typeface="Aptos Display" pitchFamily="34" charset="-120"/>
              </a:rPr>
              <a:t>Technology and Domain:</a:t>
            </a:r>
            <a:endParaRPr lang="en-US" sz="2500" dirty="0"/>
          </a:p>
        </p:txBody>
      </p:sp>
      <p:sp>
        <p:nvSpPr>
          <p:cNvPr id="15" name="Shape 12">
            <a:extLst>
              <a:ext uri="{FF2B5EF4-FFF2-40B4-BE49-F238E27FC236}">
                <a16:creationId xmlns:a16="http://schemas.microsoft.com/office/drawing/2014/main" id="{BEF8580D-F360-59FF-2AA3-DB7F08BF93D1}"/>
              </a:ext>
            </a:extLst>
          </p:cNvPr>
          <p:cNvSpPr/>
          <p:nvPr/>
        </p:nvSpPr>
        <p:spPr>
          <a:xfrm>
            <a:off x="822959" y="1508759"/>
            <a:ext cx="5039203" cy="1838255"/>
          </a:xfrm>
          <a:prstGeom prst="roundRect">
            <a:avLst>
              <a:gd name="adj" fmla="val 4571"/>
            </a:avLst>
          </a:prstGeom>
          <a:solidFill>
            <a:srgbClr val="FFF1E6"/>
          </a:solidFill>
          <a:ln w="12700">
            <a:solidFill>
              <a:srgbClr val="E3E6EB"/>
            </a:solidFill>
            <a:prstDash val="solid"/>
          </a:ln>
        </p:spPr>
      </p:sp>
      <p:sp>
        <p:nvSpPr>
          <p:cNvPr id="16" name="Text 13">
            <a:extLst>
              <a:ext uri="{FF2B5EF4-FFF2-40B4-BE49-F238E27FC236}">
                <a16:creationId xmlns:a16="http://schemas.microsoft.com/office/drawing/2014/main" id="{EC50F2F6-C23A-B329-A69E-EA01260CC7FF}"/>
              </a:ext>
            </a:extLst>
          </p:cNvPr>
          <p:cNvSpPr/>
          <p:nvPr/>
        </p:nvSpPr>
        <p:spPr>
          <a:xfrm>
            <a:off x="987552" y="1627632"/>
            <a:ext cx="4579934" cy="262608"/>
          </a:xfrm>
          <a:prstGeom prst="rect">
            <a:avLst/>
          </a:prstGeom>
          <a:noFill/>
          <a:ln/>
        </p:spPr>
        <p:txBody>
          <a:bodyPr wrap="square" lIns="0" tIns="0" rIns="0" bIns="0" rtlCol="0" anchor="ctr"/>
          <a:lstStyle/>
          <a:p>
            <a:pPr marL="0" indent="0">
              <a:buNone/>
            </a:pPr>
            <a:r>
              <a:rPr lang="en-US" sz="1600" b="1" dirty="0">
                <a:solidFill>
                  <a:srgbClr val="E8732A"/>
                </a:solidFill>
                <a:latin typeface="Aptos Display" pitchFamily="34" charset="0"/>
                <a:ea typeface="Aptos Display" pitchFamily="34" charset="-122"/>
                <a:cs typeface="Aptos Display" pitchFamily="34" charset="-120"/>
              </a:rPr>
              <a:t>Domain</a:t>
            </a:r>
            <a:endParaRPr lang="en-US" sz="1600" dirty="0"/>
          </a:p>
        </p:txBody>
      </p:sp>
      <p:sp>
        <p:nvSpPr>
          <p:cNvPr id="17" name="Text 14">
            <a:extLst>
              <a:ext uri="{FF2B5EF4-FFF2-40B4-BE49-F238E27FC236}">
                <a16:creationId xmlns:a16="http://schemas.microsoft.com/office/drawing/2014/main" id="{BE86F83E-388B-57E5-8A26-10441EBE22C0}"/>
              </a:ext>
            </a:extLst>
          </p:cNvPr>
          <p:cNvSpPr/>
          <p:nvPr/>
        </p:nvSpPr>
        <p:spPr>
          <a:xfrm>
            <a:off x="987552" y="2048626"/>
            <a:ext cx="4579934" cy="1292030"/>
          </a:xfrm>
          <a:prstGeom prst="rect">
            <a:avLst/>
          </a:prstGeom>
          <a:noFill/>
          <a:ln/>
        </p:spPr>
        <p:txBody>
          <a:bodyPr wrap="square" lIns="254" tIns="254" rIns="254" bIns="254" rtlCol="0" anchor="t">
            <a:normAutofit/>
          </a:bodyPr>
          <a:lstStyle/>
          <a:p>
            <a:pPr marL="0" indent="0" algn="just">
              <a:lnSpc>
                <a:spcPct val="105000"/>
              </a:lnSpc>
              <a:buNone/>
            </a:pPr>
            <a:r>
              <a:rPr lang="en-US" sz="1400" dirty="0">
                <a:solidFill>
                  <a:srgbClr val="111111"/>
                </a:solidFill>
                <a:latin typeface="Aptos" pitchFamily="34" charset="0"/>
                <a:ea typeface="Aptos" pitchFamily="34" charset="-122"/>
                <a:cs typeface="Aptos" pitchFamily="34" charset="-120"/>
              </a:rPr>
              <a:t>The project belongs to the logistics and transportation domain, with a focus on load planning, freight movement, and fleet utilisation for Indian trucking businesses.</a:t>
            </a:r>
            <a:endParaRPr lang="en-US" sz="1400" dirty="0"/>
          </a:p>
        </p:txBody>
      </p:sp>
      <p:sp>
        <p:nvSpPr>
          <p:cNvPr id="18" name="Shape 15">
            <a:extLst>
              <a:ext uri="{FF2B5EF4-FFF2-40B4-BE49-F238E27FC236}">
                <a16:creationId xmlns:a16="http://schemas.microsoft.com/office/drawing/2014/main" id="{BB33B6B7-5D27-CD21-EAC6-2C9E30B34CC4}"/>
              </a:ext>
            </a:extLst>
          </p:cNvPr>
          <p:cNvSpPr/>
          <p:nvPr/>
        </p:nvSpPr>
        <p:spPr>
          <a:xfrm>
            <a:off x="792871" y="3510987"/>
            <a:ext cx="5039203" cy="1675921"/>
          </a:xfrm>
          <a:prstGeom prst="roundRect">
            <a:avLst>
              <a:gd name="adj" fmla="val 3902"/>
            </a:avLst>
          </a:prstGeom>
          <a:solidFill>
            <a:srgbClr val="EDF3FF"/>
          </a:solidFill>
          <a:ln w="12700">
            <a:solidFill>
              <a:srgbClr val="E3E6EB"/>
            </a:solidFill>
            <a:prstDash val="solid"/>
          </a:ln>
        </p:spPr>
        <p:txBody>
          <a:bodyPr/>
          <a:lstStyle/>
          <a:p>
            <a:endParaRPr lang="en-IN"/>
          </a:p>
        </p:txBody>
      </p:sp>
      <p:sp>
        <p:nvSpPr>
          <p:cNvPr id="19" name="Text 16">
            <a:extLst>
              <a:ext uri="{FF2B5EF4-FFF2-40B4-BE49-F238E27FC236}">
                <a16:creationId xmlns:a16="http://schemas.microsoft.com/office/drawing/2014/main" id="{788479C2-007A-5EC5-B75D-9804A951E9A3}"/>
              </a:ext>
            </a:extLst>
          </p:cNvPr>
          <p:cNvSpPr/>
          <p:nvPr/>
        </p:nvSpPr>
        <p:spPr>
          <a:xfrm>
            <a:off x="987552" y="3726000"/>
            <a:ext cx="4579934" cy="211090"/>
          </a:xfrm>
          <a:prstGeom prst="rect">
            <a:avLst/>
          </a:prstGeom>
          <a:noFill/>
          <a:ln/>
        </p:spPr>
        <p:txBody>
          <a:bodyPr wrap="square" lIns="0" tIns="0" rIns="0" bIns="0" rtlCol="0" anchor="ctr"/>
          <a:lstStyle/>
          <a:p>
            <a:pPr marL="0" indent="0">
              <a:buNone/>
            </a:pPr>
            <a:r>
              <a:rPr lang="en-US" sz="1600" b="1" dirty="0">
                <a:solidFill>
                  <a:srgbClr val="3B67B6"/>
                </a:solidFill>
                <a:latin typeface="Aptos Display" pitchFamily="34" charset="0"/>
                <a:ea typeface="Aptos Display" pitchFamily="34" charset="-122"/>
                <a:cs typeface="Aptos Display" pitchFamily="34" charset="-120"/>
              </a:rPr>
              <a:t>Technology stack</a:t>
            </a:r>
            <a:endParaRPr lang="en-US" sz="1600" dirty="0"/>
          </a:p>
        </p:txBody>
      </p:sp>
      <p:sp>
        <p:nvSpPr>
          <p:cNvPr id="20" name="Text 17">
            <a:extLst>
              <a:ext uri="{FF2B5EF4-FFF2-40B4-BE49-F238E27FC236}">
                <a16:creationId xmlns:a16="http://schemas.microsoft.com/office/drawing/2014/main" id="{4272021A-DE54-D9F1-3A82-8A5DFC3B4BCB}"/>
              </a:ext>
            </a:extLst>
          </p:cNvPr>
          <p:cNvSpPr/>
          <p:nvPr/>
        </p:nvSpPr>
        <p:spPr>
          <a:xfrm>
            <a:off x="987552" y="4018189"/>
            <a:ext cx="4579934" cy="1004018"/>
          </a:xfrm>
          <a:prstGeom prst="rect">
            <a:avLst/>
          </a:prstGeom>
          <a:noFill/>
          <a:ln/>
        </p:spPr>
        <p:txBody>
          <a:bodyPr wrap="square" lIns="254" tIns="254" rIns="254" bIns="254" rtlCol="0" anchor="t">
            <a:normAutofit/>
          </a:bodyPr>
          <a:lstStyle/>
          <a:p>
            <a:pPr marL="0" indent="0" algn="just">
              <a:lnSpc>
                <a:spcPct val="105000"/>
              </a:lnSpc>
              <a:buNone/>
            </a:pPr>
            <a:r>
              <a:rPr lang="en-US" sz="1400" dirty="0">
                <a:solidFill>
                  <a:srgbClr val="111111"/>
                </a:solidFill>
                <a:latin typeface="Aptos" pitchFamily="34" charset="0"/>
                <a:ea typeface="Aptos" pitchFamily="34" charset="-122"/>
                <a:cs typeface="Aptos" pitchFamily="34" charset="-120"/>
              </a:rPr>
              <a:t>The prototype uses HTML for structure, CSS for styling, and JavaScript for user interaction, page navigation, and AI scoring logic. The application is developed as a web-based proof of concept.</a:t>
            </a:r>
            <a:endParaRPr lang="en-US" sz="1400" dirty="0"/>
          </a:p>
        </p:txBody>
      </p:sp>
      <p:sp>
        <p:nvSpPr>
          <p:cNvPr id="21" name="Shape 18">
            <a:extLst>
              <a:ext uri="{FF2B5EF4-FFF2-40B4-BE49-F238E27FC236}">
                <a16:creationId xmlns:a16="http://schemas.microsoft.com/office/drawing/2014/main" id="{0603484E-7264-3BC6-3300-A87512D37F1D}"/>
              </a:ext>
            </a:extLst>
          </p:cNvPr>
          <p:cNvSpPr/>
          <p:nvPr/>
        </p:nvSpPr>
        <p:spPr>
          <a:xfrm>
            <a:off x="6095999" y="1508759"/>
            <a:ext cx="5273041" cy="1838255"/>
          </a:xfrm>
          <a:prstGeom prst="roundRect">
            <a:avLst>
              <a:gd name="adj" fmla="val 4571"/>
            </a:avLst>
          </a:prstGeom>
          <a:solidFill>
            <a:srgbClr val="ECFCF8"/>
          </a:solidFill>
          <a:ln w="12700">
            <a:solidFill>
              <a:srgbClr val="E3E6EB"/>
            </a:solidFill>
            <a:prstDash val="solid"/>
          </a:ln>
        </p:spPr>
      </p:sp>
      <p:sp>
        <p:nvSpPr>
          <p:cNvPr id="22" name="Text 19">
            <a:extLst>
              <a:ext uri="{FF2B5EF4-FFF2-40B4-BE49-F238E27FC236}">
                <a16:creationId xmlns:a16="http://schemas.microsoft.com/office/drawing/2014/main" id="{5E1C6E6A-F85A-207C-F2AF-7EB6367129F5}"/>
              </a:ext>
            </a:extLst>
          </p:cNvPr>
          <p:cNvSpPr/>
          <p:nvPr/>
        </p:nvSpPr>
        <p:spPr>
          <a:xfrm>
            <a:off x="6260591" y="1627632"/>
            <a:ext cx="4738310" cy="262608"/>
          </a:xfrm>
          <a:prstGeom prst="rect">
            <a:avLst/>
          </a:prstGeom>
          <a:noFill/>
          <a:ln/>
        </p:spPr>
        <p:txBody>
          <a:bodyPr wrap="square" lIns="0" tIns="0" rIns="0" bIns="0" rtlCol="0" anchor="ctr"/>
          <a:lstStyle/>
          <a:p>
            <a:pPr marL="0" indent="0">
              <a:buNone/>
            </a:pPr>
            <a:r>
              <a:rPr lang="en-US" sz="1600" b="1" dirty="0">
                <a:solidFill>
                  <a:srgbClr val="12C8B3"/>
                </a:solidFill>
                <a:latin typeface="Aptos Display" pitchFamily="34" charset="0"/>
                <a:ea typeface="Aptos Display" pitchFamily="34" charset="-122"/>
                <a:cs typeface="Aptos Display" pitchFamily="34" charset="-120"/>
              </a:rPr>
              <a:t>AI component</a:t>
            </a:r>
            <a:endParaRPr lang="en-US" sz="1600" dirty="0"/>
          </a:p>
        </p:txBody>
      </p:sp>
      <p:sp>
        <p:nvSpPr>
          <p:cNvPr id="23" name="Text 20">
            <a:extLst>
              <a:ext uri="{FF2B5EF4-FFF2-40B4-BE49-F238E27FC236}">
                <a16:creationId xmlns:a16="http://schemas.microsoft.com/office/drawing/2014/main" id="{DF65588A-800A-55FA-979A-BD10CF7872A0}"/>
              </a:ext>
            </a:extLst>
          </p:cNvPr>
          <p:cNvSpPr/>
          <p:nvPr/>
        </p:nvSpPr>
        <p:spPr>
          <a:xfrm>
            <a:off x="6260591" y="2048626"/>
            <a:ext cx="4738310" cy="1292030"/>
          </a:xfrm>
          <a:prstGeom prst="rect">
            <a:avLst/>
          </a:prstGeom>
          <a:noFill/>
          <a:ln/>
        </p:spPr>
        <p:txBody>
          <a:bodyPr wrap="square" lIns="254" tIns="254" rIns="254" bIns="254" rtlCol="0" anchor="t">
            <a:normAutofit/>
          </a:bodyPr>
          <a:lstStyle/>
          <a:p>
            <a:pPr marL="0" indent="0" algn="just">
              <a:lnSpc>
                <a:spcPct val="105000"/>
              </a:lnSpc>
              <a:buNone/>
            </a:pPr>
            <a:r>
              <a:rPr lang="en-US" sz="1400" dirty="0">
                <a:solidFill>
                  <a:srgbClr val="111111"/>
                </a:solidFill>
                <a:latin typeface="Aptos" pitchFamily="34" charset="0"/>
                <a:ea typeface="Aptos" pitchFamily="34" charset="-122"/>
                <a:cs typeface="Aptos" pitchFamily="34" charset="-120"/>
              </a:rPr>
              <a:t>The system does not rely on a large complex model in the prototype. Instead, it uses intelligent rule-based scoring that behaves like a practical recommendation engine for logistics use.</a:t>
            </a:r>
            <a:endParaRPr lang="en-US" sz="1400" dirty="0"/>
          </a:p>
        </p:txBody>
      </p:sp>
      <p:sp>
        <p:nvSpPr>
          <p:cNvPr id="24" name="Shape 21">
            <a:extLst>
              <a:ext uri="{FF2B5EF4-FFF2-40B4-BE49-F238E27FC236}">
                <a16:creationId xmlns:a16="http://schemas.microsoft.com/office/drawing/2014/main" id="{A7808E45-64D6-73B3-074D-6DFEC2D9CC1A}"/>
              </a:ext>
            </a:extLst>
          </p:cNvPr>
          <p:cNvSpPr/>
          <p:nvPr/>
        </p:nvSpPr>
        <p:spPr>
          <a:xfrm>
            <a:off x="6095998" y="3510988"/>
            <a:ext cx="5273041" cy="1675920"/>
          </a:xfrm>
          <a:prstGeom prst="roundRect">
            <a:avLst>
              <a:gd name="adj" fmla="val 3902"/>
            </a:avLst>
          </a:prstGeom>
          <a:solidFill>
            <a:srgbClr val="F9F5FF"/>
          </a:solidFill>
          <a:ln w="12700">
            <a:solidFill>
              <a:srgbClr val="E3E6EB"/>
            </a:solidFill>
            <a:prstDash val="solid"/>
          </a:ln>
        </p:spPr>
      </p:sp>
      <p:sp>
        <p:nvSpPr>
          <p:cNvPr id="25" name="Text 22">
            <a:extLst>
              <a:ext uri="{FF2B5EF4-FFF2-40B4-BE49-F238E27FC236}">
                <a16:creationId xmlns:a16="http://schemas.microsoft.com/office/drawing/2014/main" id="{FA346530-2739-58CE-5779-1F0C2B437D37}"/>
              </a:ext>
            </a:extLst>
          </p:cNvPr>
          <p:cNvSpPr/>
          <p:nvPr/>
        </p:nvSpPr>
        <p:spPr>
          <a:xfrm>
            <a:off x="6260591" y="3726000"/>
            <a:ext cx="4738310" cy="155228"/>
          </a:xfrm>
          <a:prstGeom prst="rect">
            <a:avLst/>
          </a:prstGeom>
          <a:noFill/>
          <a:ln/>
        </p:spPr>
        <p:txBody>
          <a:bodyPr wrap="square" lIns="0" tIns="0" rIns="0" bIns="0" rtlCol="0" anchor="ctr"/>
          <a:lstStyle/>
          <a:p>
            <a:pPr marL="0" indent="0">
              <a:buNone/>
            </a:pPr>
            <a:r>
              <a:rPr lang="en-US" sz="1600" b="1" dirty="0">
                <a:solidFill>
                  <a:srgbClr val="8454D2"/>
                </a:solidFill>
                <a:latin typeface="Aptos Display" pitchFamily="34" charset="0"/>
                <a:ea typeface="Aptos Display" pitchFamily="34" charset="-122"/>
                <a:cs typeface="Aptos Display" pitchFamily="34" charset="-120"/>
              </a:rPr>
              <a:t>Future technical scope</a:t>
            </a:r>
            <a:endParaRPr lang="en-US" sz="1600" dirty="0"/>
          </a:p>
        </p:txBody>
      </p:sp>
      <p:sp>
        <p:nvSpPr>
          <p:cNvPr id="26" name="Text 23">
            <a:extLst>
              <a:ext uri="{FF2B5EF4-FFF2-40B4-BE49-F238E27FC236}">
                <a16:creationId xmlns:a16="http://schemas.microsoft.com/office/drawing/2014/main" id="{479A5B1B-5D06-BF10-88D7-F0AC49849CB5}"/>
              </a:ext>
            </a:extLst>
          </p:cNvPr>
          <p:cNvSpPr/>
          <p:nvPr/>
        </p:nvSpPr>
        <p:spPr>
          <a:xfrm>
            <a:off x="6260591" y="4045202"/>
            <a:ext cx="4738310" cy="949992"/>
          </a:xfrm>
          <a:prstGeom prst="rect">
            <a:avLst/>
          </a:prstGeom>
          <a:noFill/>
          <a:ln/>
        </p:spPr>
        <p:txBody>
          <a:bodyPr wrap="square" lIns="254" tIns="254" rIns="254" bIns="254" rtlCol="0" anchor="t">
            <a:normAutofit/>
          </a:bodyPr>
          <a:lstStyle/>
          <a:p>
            <a:pPr marL="0" indent="0" algn="just">
              <a:lnSpc>
                <a:spcPct val="105000"/>
              </a:lnSpc>
              <a:buNone/>
            </a:pPr>
            <a:r>
              <a:rPr lang="en-US" sz="1400" dirty="0">
                <a:solidFill>
                  <a:srgbClr val="111111"/>
                </a:solidFill>
                <a:latin typeface="Aptos" pitchFamily="34" charset="0"/>
                <a:ea typeface="Aptos" pitchFamily="34" charset="-122"/>
                <a:cs typeface="Aptos" pitchFamily="34" charset="-120"/>
              </a:rPr>
              <a:t>The same concept can later be extended with Node.js or Python APIs, a database, GPS data, map services, and notification features for a production system.</a:t>
            </a:r>
            <a:endParaRPr lang="en-US" sz="1400" dirty="0"/>
          </a:p>
        </p:txBody>
      </p:sp>
      <p:sp>
        <p:nvSpPr>
          <p:cNvPr id="28" name="TextBox 27">
            <a:extLst>
              <a:ext uri="{FF2B5EF4-FFF2-40B4-BE49-F238E27FC236}">
                <a16:creationId xmlns:a16="http://schemas.microsoft.com/office/drawing/2014/main" id="{759DFF72-B75D-92A1-9AA7-B107D91DCDC1}"/>
              </a:ext>
            </a:extLst>
          </p:cNvPr>
          <p:cNvSpPr txBox="1"/>
          <p:nvPr/>
        </p:nvSpPr>
        <p:spPr>
          <a:xfrm>
            <a:off x="11496600" y="6021288"/>
            <a:ext cx="695400" cy="461665"/>
          </a:xfrm>
          <a:prstGeom prst="rect">
            <a:avLst/>
          </a:prstGeom>
          <a:noFill/>
        </p:spPr>
        <p:txBody>
          <a:bodyPr wrap="square" rtlCol="0">
            <a:spAutoFit/>
          </a:bodyPr>
          <a:lstStyle/>
          <a:p>
            <a:r>
              <a:rPr lang="en-US" sz="2400" b="1" dirty="0"/>
              <a:t>5</a:t>
            </a:r>
            <a:endParaRPr lang="en-IN" sz="2400" b="1" dirty="0"/>
          </a:p>
        </p:txBody>
      </p:sp>
    </p:spTree>
    <p:extLst>
      <p:ext uri="{BB962C8B-B14F-4D97-AF65-F5344CB8AC3E}">
        <p14:creationId xmlns:p14="http://schemas.microsoft.com/office/powerpoint/2010/main" val="1208425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4E5A6F-6409-BA74-6D1A-9586153BB231}"/>
              </a:ext>
            </a:extLst>
          </p:cNvPr>
          <p:cNvSpPr>
            <a:spLocks noGrp="1"/>
          </p:cNvSpPr>
          <p:nvPr>
            <p:ph type="sldNum" sz="quarter" idx="14"/>
          </p:nvPr>
        </p:nvSpPr>
        <p:spPr/>
        <p:txBody>
          <a:bodyPr/>
          <a:lstStyle/>
          <a:p>
            <a:fld id="{45A3C14A-F937-4231-B6F1-40B429FAFB2F}" type="slidenum">
              <a:rPr lang="en-NZ" smtClean="0"/>
              <a:pPr/>
              <a:t>6</a:t>
            </a:fld>
            <a:endParaRPr lang="en-NZ" dirty="0"/>
          </a:p>
        </p:txBody>
      </p:sp>
      <p:sp>
        <p:nvSpPr>
          <p:cNvPr id="7" name="Shape 2">
            <a:extLst>
              <a:ext uri="{FF2B5EF4-FFF2-40B4-BE49-F238E27FC236}">
                <a16:creationId xmlns:a16="http://schemas.microsoft.com/office/drawing/2014/main" id="{B7270353-87E2-E99E-4DA4-1898E96148B6}"/>
              </a:ext>
            </a:extLst>
          </p:cNvPr>
          <p:cNvSpPr/>
          <p:nvPr/>
        </p:nvSpPr>
        <p:spPr>
          <a:xfrm rot="10800000">
            <a:off x="10405872" y="0"/>
            <a:ext cx="1783080" cy="713232"/>
          </a:xfrm>
          <a:prstGeom prst="rtTriangle">
            <a:avLst/>
          </a:prstGeom>
          <a:solidFill>
            <a:srgbClr val="5B5868"/>
          </a:solidFill>
          <a:ln w="12700">
            <a:solidFill>
              <a:srgbClr val="5B5868">
                <a:alpha val="0"/>
              </a:srgbClr>
            </a:solidFill>
            <a:prstDash val="solid"/>
          </a:ln>
        </p:spPr>
      </p:sp>
      <p:sp>
        <p:nvSpPr>
          <p:cNvPr id="10" name="Text 5">
            <a:extLst>
              <a:ext uri="{FF2B5EF4-FFF2-40B4-BE49-F238E27FC236}">
                <a16:creationId xmlns:a16="http://schemas.microsoft.com/office/drawing/2014/main" id="{9D07190E-C76B-5F31-F546-6F1CC28997E8}"/>
              </a:ext>
            </a:extLst>
          </p:cNvPr>
          <p:cNvSpPr/>
          <p:nvPr/>
        </p:nvSpPr>
        <p:spPr>
          <a:xfrm>
            <a:off x="11823192" y="6291072"/>
            <a:ext cx="128016" cy="10972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6</a:t>
            </a:r>
            <a:endParaRPr lang="en-US" sz="1000" dirty="0"/>
          </a:p>
        </p:txBody>
      </p:sp>
      <p:sp>
        <p:nvSpPr>
          <p:cNvPr id="12" name="Shape 7">
            <a:extLst>
              <a:ext uri="{FF2B5EF4-FFF2-40B4-BE49-F238E27FC236}">
                <a16:creationId xmlns:a16="http://schemas.microsoft.com/office/drawing/2014/main" id="{0A8D0498-395F-C923-AA8E-6D571CE573C7}"/>
              </a:ext>
            </a:extLst>
          </p:cNvPr>
          <p:cNvSpPr/>
          <p:nvPr/>
        </p:nvSpPr>
        <p:spPr>
          <a:xfrm>
            <a:off x="237744" y="6336792"/>
            <a:ext cx="73152" cy="73152"/>
          </a:xfrm>
          <a:prstGeom prst="diamond">
            <a:avLst/>
          </a:prstGeom>
          <a:solidFill>
            <a:srgbClr val="E8732A"/>
          </a:solidFill>
          <a:ln w="12700">
            <a:solidFill>
              <a:srgbClr val="E8732A">
                <a:alpha val="0"/>
              </a:srgbClr>
            </a:solidFill>
            <a:prstDash val="solid"/>
          </a:ln>
        </p:spPr>
      </p:sp>
      <p:sp>
        <p:nvSpPr>
          <p:cNvPr id="14" name="Shape 9">
            <a:extLst>
              <a:ext uri="{FF2B5EF4-FFF2-40B4-BE49-F238E27FC236}">
                <a16:creationId xmlns:a16="http://schemas.microsoft.com/office/drawing/2014/main" id="{07C7676B-B4ED-8971-6D77-F51537CCD9CC}"/>
              </a:ext>
            </a:extLst>
          </p:cNvPr>
          <p:cNvSpPr/>
          <p:nvPr/>
        </p:nvSpPr>
        <p:spPr>
          <a:xfrm>
            <a:off x="237744" y="6172200"/>
            <a:ext cx="73152" cy="73152"/>
          </a:xfrm>
          <a:prstGeom prst="diamond">
            <a:avLst/>
          </a:prstGeom>
          <a:solidFill>
            <a:srgbClr val="E8732A"/>
          </a:solidFill>
          <a:ln w="12700">
            <a:solidFill>
              <a:srgbClr val="E8732A">
                <a:alpha val="0"/>
              </a:srgbClr>
            </a:solidFill>
            <a:prstDash val="solid"/>
          </a:ln>
        </p:spPr>
      </p:sp>
      <p:sp>
        <p:nvSpPr>
          <p:cNvPr id="16" name="Text 11">
            <a:extLst>
              <a:ext uri="{FF2B5EF4-FFF2-40B4-BE49-F238E27FC236}">
                <a16:creationId xmlns:a16="http://schemas.microsoft.com/office/drawing/2014/main" id="{E0266A10-DED9-F2A8-99FB-1AD64A68B006}"/>
              </a:ext>
            </a:extLst>
          </p:cNvPr>
          <p:cNvSpPr/>
          <p:nvPr/>
        </p:nvSpPr>
        <p:spPr>
          <a:xfrm>
            <a:off x="548640" y="685800"/>
            <a:ext cx="4827280" cy="411480"/>
          </a:xfrm>
          <a:prstGeom prst="rect">
            <a:avLst/>
          </a:prstGeom>
          <a:noFill/>
          <a:ln/>
        </p:spPr>
        <p:txBody>
          <a:bodyPr wrap="square" lIns="0" tIns="0" rIns="0" bIns="0" rtlCol="0" anchor="ctr"/>
          <a:lstStyle/>
          <a:p>
            <a:pPr marL="0" indent="0">
              <a:buNone/>
            </a:pPr>
            <a:r>
              <a:rPr lang="en-US" sz="2500" b="1" dirty="0">
                <a:solidFill>
                  <a:srgbClr val="111111"/>
                </a:solidFill>
                <a:latin typeface="Aptos Display" pitchFamily="34" charset="0"/>
                <a:ea typeface="Aptos Display" pitchFamily="34" charset="-122"/>
                <a:cs typeface="Aptos Display" pitchFamily="34" charset="-120"/>
              </a:rPr>
              <a:t>Front End and Back End Details:</a:t>
            </a:r>
            <a:endParaRPr lang="en-US" sz="2500" dirty="0"/>
          </a:p>
        </p:txBody>
      </p:sp>
      <p:sp>
        <p:nvSpPr>
          <p:cNvPr id="17" name="Text 12">
            <a:extLst>
              <a:ext uri="{FF2B5EF4-FFF2-40B4-BE49-F238E27FC236}">
                <a16:creationId xmlns:a16="http://schemas.microsoft.com/office/drawing/2014/main" id="{BD1EC141-FFA7-4C35-64EE-463248E7666D}"/>
              </a:ext>
            </a:extLst>
          </p:cNvPr>
          <p:cNvSpPr/>
          <p:nvPr/>
        </p:nvSpPr>
        <p:spPr>
          <a:xfrm>
            <a:off x="841248" y="1508760"/>
            <a:ext cx="1920240" cy="228600"/>
          </a:xfrm>
          <a:prstGeom prst="rect">
            <a:avLst/>
          </a:prstGeom>
          <a:noFill/>
          <a:ln/>
        </p:spPr>
        <p:txBody>
          <a:bodyPr wrap="square" lIns="0" tIns="0" rIns="0" bIns="0" rtlCol="0" anchor="ctr"/>
          <a:lstStyle/>
          <a:p>
            <a:pPr marL="0" indent="0">
              <a:buNone/>
            </a:pPr>
            <a:r>
              <a:rPr lang="en-US" sz="1700" b="1" dirty="0">
                <a:solidFill>
                  <a:srgbClr val="12C8B3"/>
                </a:solidFill>
                <a:latin typeface="Aptos Display" pitchFamily="34" charset="0"/>
                <a:ea typeface="Aptos Display" pitchFamily="34" charset="-122"/>
                <a:cs typeface="Aptos Display" pitchFamily="34" charset="-120"/>
              </a:rPr>
              <a:t>Front End</a:t>
            </a:r>
            <a:endParaRPr lang="en-US" sz="1700" dirty="0"/>
          </a:p>
        </p:txBody>
      </p:sp>
      <p:sp>
        <p:nvSpPr>
          <p:cNvPr id="18" name="Text 13">
            <a:extLst>
              <a:ext uri="{FF2B5EF4-FFF2-40B4-BE49-F238E27FC236}">
                <a16:creationId xmlns:a16="http://schemas.microsoft.com/office/drawing/2014/main" id="{37B94026-4E2A-D19F-8961-95E9A936E0FF}"/>
              </a:ext>
            </a:extLst>
          </p:cNvPr>
          <p:cNvSpPr/>
          <p:nvPr/>
        </p:nvSpPr>
        <p:spPr>
          <a:xfrm>
            <a:off x="841248" y="1783080"/>
            <a:ext cx="5074920" cy="1417320"/>
          </a:xfrm>
          <a:prstGeom prst="rect">
            <a:avLst/>
          </a:prstGeom>
          <a:noFill/>
          <a:ln/>
        </p:spPr>
        <p:txBody>
          <a:bodyPr wrap="square" lIns="508" tIns="508" rIns="508" bIns="508" rtlCol="0" anchor="t">
            <a:normAutofit/>
          </a:bodyPr>
          <a:lstStyle/>
          <a:p>
            <a:pPr marL="0" indent="0" algn="just">
              <a:lnSpc>
                <a:spcPct val="110000"/>
              </a:lnSpc>
              <a:buNone/>
            </a:pPr>
            <a:r>
              <a:rPr lang="en-US" sz="1580" dirty="0">
                <a:solidFill>
                  <a:srgbClr val="111111"/>
                </a:solidFill>
                <a:latin typeface="Aptos" pitchFamily="34" charset="0"/>
                <a:ea typeface="Aptos" pitchFamily="34" charset="-122"/>
                <a:cs typeface="Aptos" pitchFamily="34" charset="-120"/>
              </a:rPr>
              <a:t>The user interface is built using HTML, CSS, and JavaScript. It provides a landing page, a load posting form, a truck registration form, and a results page. The design follows a modern dashboard-like experience but keeps the flow simple enough for first-time logistics users.</a:t>
            </a:r>
            <a:endParaRPr lang="en-US" sz="1580" dirty="0"/>
          </a:p>
        </p:txBody>
      </p:sp>
      <p:sp>
        <p:nvSpPr>
          <p:cNvPr id="19" name="Text 14">
            <a:extLst>
              <a:ext uri="{FF2B5EF4-FFF2-40B4-BE49-F238E27FC236}">
                <a16:creationId xmlns:a16="http://schemas.microsoft.com/office/drawing/2014/main" id="{ED74638C-AD65-1734-B928-B5BBE4ACF842}"/>
              </a:ext>
            </a:extLst>
          </p:cNvPr>
          <p:cNvSpPr/>
          <p:nvPr/>
        </p:nvSpPr>
        <p:spPr>
          <a:xfrm>
            <a:off x="841248" y="3520440"/>
            <a:ext cx="1920240" cy="228600"/>
          </a:xfrm>
          <a:prstGeom prst="rect">
            <a:avLst/>
          </a:prstGeom>
          <a:noFill/>
          <a:ln/>
        </p:spPr>
        <p:txBody>
          <a:bodyPr wrap="square" lIns="0" tIns="0" rIns="0" bIns="0" rtlCol="0" anchor="ctr"/>
          <a:lstStyle/>
          <a:p>
            <a:pPr marL="0" indent="0">
              <a:buNone/>
            </a:pPr>
            <a:r>
              <a:rPr lang="en-US" sz="1700" b="1" dirty="0">
                <a:solidFill>
                  <a:srgbClr val="E8732A"/>
                </a:solidFill>
                <a:latin typeface="Aptos Display" pitchFamily="34" charset="0"/>
                <a:ea typeface="Aptos Display" pitchFamily="34" charset="-122"/>
                <a:cs typeface="Aptos Display" pitchFamily="34" charset="-120"/>
              </a:rPr>
              <a:t>Back End</a:t>
            </a:r>
            <a:endParaRPr lang="en-US" sz="1700" dirty="0"/>
          </a:p>
        </p:txBody>
      </p:sp>
      <p:sp>
        <p:nvSpPr>
          <p:cNvPr id="20" name="Text 15">
            <a:extLst>
              <a:ext uri="{FF2B5EF4-FFF2-40B4-BE49-F238E27FC236}">
                <a16:creationId xmlns:a16="http://schemas.microsoft.com/office/drawing/2014/main" id="{E80730E9-1227-7F77-9B30-BD44133BD3D1}"/>
              </a:ext>
            </a:extLst>
          </p:cNvPr>
          <p:cNvSpPr/>
          <p:nvPr/>
        </p:nvSpPr>
        <p:spPr>
          <a:xfrm>
            <a:off x="841248" y="3803904"/>
            <a:ext cx="5074920" cy="1463040"/>
          </a:xfrm>
          <a:prstGeom prst="rect">
            <a:avLst/>
          </a:prstGeom>
          <a:noFill/>
          <a:ln/>
        </p:spPr>
        <p:txBody>
          <a:bodyPr wrap="square" lIns="508" tIns="508" rIns="508" bIns="508" rtlCol="0" anchor="t">
            <a:normAutofit lnSpcReduction="10000"/>
          </a:bodyPr>
          <a:lstStyle/>
          <a:p>
            <a:pPr marL="0" indent="0" algn="just">
              <a:lnSpc>
                <a:spcPct val="110000"/>
              </a:lnSpc>
              <a:buNone/>
            </a:pPr>
            <a:r>
              <a:rPr lang="en-US" sz="1540" dirty="0">
                <a:solidFill>
                  <a:srgbClr val="111111"/>
                </a:solidFill>
                <a:latin typeface="Aptos" pitchFamily="34" charset="0"/>
                <a:ea typeface="Aptos" pitchFamily="34" charset="-122"/>
                <a:cs typeface="Aptos" pitchFamily="34" charset="-120"/>
              </a:rPr>
              <a:t>At prototype level, the back-end behaviour is simulated in JavaScript. Sample truck records are stored in arrays, and a scoring function processes route coverage, capacity fit, cargo compatibility, and date availability. In a real deployment, this logic can be connected to a database and API services.</a:t>
            </a:r>
            <a:endParaRPr lang="en-US" sz="1540" dirty="0"/>
          </a:p>
        </p:txBody>
      </p:sp>
      <p:pic>
        <p:nvPicPr>
          <p:cNvPr id="21" name="Image 0" descr="/mnt/data/htmlshots/shipper.png">
            <a:extLst>
              <a:ext uri="{FF2B5EF4-FFF2-40B4-BE49-F238E27FC236}">
                <a16:creationId xmlns:a16="http://schemas.microsoft.com/office/drawing/2014/main" id="{F5CFA4FA-0A8C-D8A2-2401-917930090C0F}"/>
              </a:ext>
            </a:extLst>
          </p:cNvPr>
          <p:cNvPicPr>
            <a:picLocks noChangeAspect="1"/>
          </p:cNvPicPr>
          <p:nvPr/>
        </p:nvPicPr>
        <p:blipFill>
          <a:blip r:embed="rId2"/>
          <a:stretch>
            <a:fillRect/>
          </a:stretch>
        </p:blipFill>
        <p:spPr>
          <a:xfrm>
            <a:off x="6689184" y="680120"/>
            <a:ext cx="4032448" cy="2520280"/>
          </a:xfrm>
          <a:prstGeom prst="rect">
            <a:avLst/>
          </a:prstGeom>
          <a:effectLst>
            <a:outerShdw blurRad="25400" dist="12700" dir="2700000" algn="bl" rotWithShape="0">
              <a:srgbClr val="000000">
                <a:alpha val="18000"/>
              </a:srgbClr>
            </a:outerShdw>
          </a:effectLst>
        </p:spPr>
      </p:pic>
      <p:pic>
        <p:nvPicPr>
          <p:cNvPr id="22" name="Image 1" descr="/mnt/data/htmlshots/truck.png">
            <a:extLst>
              <a:ext uri="{FF2B5EF4-FFF2-40B4-BE49-F238E27FC236}">
                <a16:creationId xmlns:a16="http://schemas.microsoft.com/office/drawing/2014/main" id="{0C9D526B-EB0C-02D6-C2C8-C8FD4FBD8BB6}"/>
              </a:ext>
            </a:extLst>
          </p:cNvPr>
          <p:cNvPicPr>
            <a:picLocks noChangeAspect="1"/>
          </p:cNvPicPr>
          <p:nvPr/>
        </p:nvPicPr>
        <p:blipFill>
          <a:blip r:embed="rId3"/>
          <a:stretch>
            <a:fillRect/>
          </a:stretch>
        </p:blipFill>
        <p:spPr>
          <a:xfrm>
            <a:off x="6689184" y="3553025"/>
            <a:ext cx="4032448" cy="2520280"/>
          </a:xfrm>
          <a:prstGeom prst="rect">
            <a:avLst/>
          </a:prstGeom>
          <a:effectLst>
            <a:outerShdw blurRad="25400" dist="12700" dir="2700000" algn="bl" rotWithShape="0">
              <a:srgbClr val="000000">
                <a:alpha val="18000"/>
              </a:srgbClr>
            </a:outerShdw>
          </a:effectLst>
        </p:spPr>
      </p:pic>
    </p:spTree>
    <p:extLst>
      <p:ext uri="{BB962C8B-B14F-4D97-AF65-F5344CB8AC3E}">
        <p14:creationId xmlns:p14="http://schemas.microsoft.com/office/powerpoint/2010/main" val="1785068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EEBCB-2213-CBC7-4A42-695614F6195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F4C008-67DA-C515-A829-CC554D7D6282}"/>
              </a:ext>
            </a:extLst>
          </p:cNvPr>
          <p:cNvSpPr>
            <a:spLocks noGrp="1"/>
          </p:cNvSpPr>
          <p:nvPr>
            <p:ph type="sldNum" sz="quarter" idx="14"/>
          </p:nvPr>
        </p:nvSpPr>
        <p:spPr/>
        <p:txBody>
          <a:bodyPr/>
          <a:lstStyle/>
          <a:p>
            <a:fld id="{45A3C14A-F937-4231-B6F1-40B429FAFB2F}" type="slidenum">
              <a:rPr lang="en-NZ" smtClean="0"/>
              <a:pPr/>
              <a:t>7</a:t>
            </a:fld>
            <a:endParaRPr lang="en-NZ" dirty="0"/>
          </a:p>
        </p:txBody>
      </p:sp>
      <p:sp>
        <p:nvSpPr>
          <p:cNvPr id="3" name="Text 11">
            <a:extLst>
              <a:ext uri="{FF2B5EF4-FFF2-40B4-BE49-F238E27FC236}">
                <a16:creationId xmlns:a16="http://schemas.microsoft.com/office/drawing/2014/main" id="{0D49D1F6-74FF-8770-654D-1ECA4F9BD0A9}"/>
              </a:ext>
            </a:extLst>
          </p:cNvPr>
          <p:cNvSpPr/>
          <p:nvPr/>
        </p:nvSpPr>
        <p:spPr>
          <a:xfrm>
            <a:off x="548640" y="685800"/>
            <a:ext cx="1946960" cy="411480"/>
          </a:xfrm>
          <a:prstGeom prst="rect">
            <a:avLst/>
          </a:prstGeom>
          <a:noFill/>
          <a:ln/>
        </p:spPr>
        <p:txBody>
          <a:bodyPr wrap="square" lIns="0" tIns="0" rIns="0" bIns="0" rtlCol="0" anchor="ctr"/>
          <a:lstStyle/>
          <a:p>
            <a:pPr marL="0" indent="0">
              <a:buNone/>
            </a:pPr>
            <a:r>
              <a:rPr lang="en-US" sz="2500" b="1" dirty="0">
                <a:solidFill>
                  <a:srgbClr val="111111"/>
                </a:solidFill>
                <a:latin typeface="Aptos Display" pitchFamily="34" charset="0"/>
                <a:ea typeface="Aptos Display" pitchFamily="34" charset="-122"/>
                <a:cs typeface="Aptos Display" pitchFamily="34" charset="-120"/>
              </a:rPr>
              <a:t>Objectives:</a:t>
            </a:r>
            <a:endParaRPr lang="en-US" sz="2500" dirty="0"/>
          </a:p>
        </p:txBody>
      </p:sp>
      <p:sp>
        <p:nvSpPr>
          <p:cNvPr id="4" name="Shape 12">
            <a:extLst>
              <a:ext uri="{FF2B5EF4-FFF2-40B4-BE49-F238E27FC236}">
                <a16:creationId xmlns:a16="http://schemas.microsoft.com/office/drawing/2014/main" id="{574E3D35-41C4-4EC5-1C8A-CB7CEAE8FFCC}"/>
              </a:ext>
            </a:extLst>
          </p:cNvPr>
          <p:cNvSpPr/>
          <p:nvPr/>
        </p:nvSpPr>
        <p:spPr>
          <a:xfrm>
            <a:off x="868680" y="1664208"/>
            <a:ext cx="2606040" cy="1417320"/>
          </a:xfrm>
          <a:prstGeom prst="roundRect">
            <a:avLst>
              <a:gd name="adj" fmla="val 5161"/>
            </a:avLst>
          </a:prstGeom>
          <a:solidFill>
            <a:srgbClr val="FFF1E6"/>
          </a:solidFill>
          <a:ln w="12700">
            <a:solidFill>
              <a:srgbClr val="E3E6EB"/>
            </a:solidFill>
            <a:prstDash val="solid"/>
          </a:ln>
        </p:spPr>
      </p:sp>
      <p:sp>
        <p:nvSpPr>
          <p:cNvPr id="5" name="Text 13">
            <a:extLst>
              <a:ext uri="{FF2B5EF4-FFF2-40B4-BE49-F238E27FC236}">
                <a16:creationId xmlns:a16="http://schemas.microsoft.com/office/drawing/2014/main" id="{695DB686-5224-1E5B-4767-388FDE702287}"/>
              </a:ext>
            </a:extLst>
          </p:cNvPr>
          <p:cNvSpPr/>
          <p:nvPr/>
        </p:nvSpPr>
        <p:spPr>
          <a:xfrm>
            <a:off x="1033272" y="1783080"/>
            <a:ext cx="2276856" cy="228600"/>
          </a:xfrm>
          <a:prstGeom prst="rect">
            <a:avLst/>
          </a:prstGeom>
          <a:noFill/>
          <a:ln/>
        </p:spPr>
        <p:txBody>
          <a:bodyPr wrap="square" lIns="0" tIns="0" rIns="0" bIns="0" rtlCol="0" anchor="ctr"/>
          <a:lstStyle/>
          <a:p>
            <a:pPr marL="0" indent="0">
              <a:buNone/>
            </a:pPr>
            <a:r>
              <a:rPr lang="en-US" sz="1600" b="1" dirty="0">
                <a:solidFill>
                  <a:srgbClr val="E8732A"/>
                </a:solidFill>
                <a:latin typeface="Aptos Display" pitchFamily="34" charset="0"/>
                <a:ea typeface="Aptos Display" pitchFamily="34" charset="-122"/>
                <a:cs typeface="Aptos Display" pitchFamily="34" charset="-120"/>
              </a:rPr>
              <a:t>Reduce empty trips</a:t>
            </a:r>
            <a:endParaRPr lang="en-US" sz="1600" dirty="0"/>
          </a:p>
        </p:txBody>
      </p:sp>
      <p:sp>
        <p:nvSpPr>
          <p:cNvPr id="6" name="Text 14">
            <a:extLst>
              <a:ext uri="{FF2B5EF4-FFF2-40B4-BE49-F238E27FC236}">
                <a16:creationId xmlns:a16="http://schemas.microsoft.com/office/drawing/2014/main" id="{69F55151-5745-1B0F-9336-04C96DBB8A63}"/>
              </a:ext>
            </a:extLst>
          </p:cNvPr>
          <p:cNvSpPr/>
          <p:nvPr/>
        </p:nvSpPr>
        <p:spPr>
          <a:xfrm>
            <a:off x="1033272" y="2048256"/>
            <a:ext cx="2276856" cy="941832"/>
          </a:xfrm>
          <a:prstGeom prst="rect">
            <a:avLst/>
          </a:prstGeom>
          <a:noFill/>
          <a:ln/>
        </p:spPr>
        <p:txBody>
          <a:bodyPr wrap="square" lIns="254" tIns="254" rIns="254" bIns="254" rtlCol="0" anchor="t">
            <a:normAutofit/>
          </a:bodyPr>
          <a:lstStyle/>
          <a:p>
            <a:pPr marL="0" indent="0">
              <a:lnSpc>
                <a:spcPct val="105000"/>
              </a:lnSpc>
              <a:buNone/>
            </a:pPr>
            <a:r>
              <a:rPr lang="en-US" sz="1280" dirty="0">
                <a:solidFill>
                  <a:srgbClr val="111111"/>
                </a:solidFill>
                <a:latin typeface="Aptos" pitchFamily="34" charset="0"/>
                <a:ea typeface="Aptos" pitchFamily="34" charset="-122"/>
                <a:cs typeface="Aptos" pitchFamily="34" charset="-120"/>
              </a:rPr>
              <a:t>The project aims to minimise trucks running empty or half-filled, especially on return journeys.</a:t>
            </a:r>
            <a:endParaRPr lang="en-US" sz="1280" dirty="0"/>
          </a:p>
        </p:txBody>
      </p:sp>
      <p:sp>
        <p:nvSpPr>
          <p:cNvPr id="7" name="Shape 15">
            <a:extLst>
              <a:ext uri="{FF2B5EF4-FFF2-40B4-BE49-F238E27FC236}">
                <a16:creationId xmlns:a16="http://schemas.microsoft.com/office/drawing/2014/main" id="{21A282D3-0805-BD54-7150-091B1F665094}"/>
              </a:ext>
            </a:extLst>
          </p:cNvPr>
          <p:cNvSpPr/>
          <p:nvPr/>
        </p:nvSpPr>
        <p:spPr>
          <a:xfrm>
            <a:off x="3657600" y="1664208"/>
            <a:ext cx="2606040" cy="1417320"/>
          </a:xfrm>
          <a:prstGeom prst="roundRect">
            <a:avLst>
              <a:gd name="adj" fmla="val 5161"/>
            </a:avLst>
          </a:prstGeom>
          <a:solidFill>
            <a:srgbClr val="EDF3FF"/>
          </a:solidFill>
          <a:ln w="12700">
            <a:solidFill>
              <a:srgbClr val="E3E6EB"/>
            </a:solidFill>
            <a:prstDash val="solid"/>
          </a:ln>
        </p:spPr>
      </p:sp>
      <p:sp>
        <p:nvSpPr>
          <p:cNvPr id="8" name="Text 16">
            <a:extLst>
              <a:ext uri="{FF2B5EF4-FFF2-40B4-BE49-F238E27FC236}">
                <a16:creationId xmlns:a16="http://schemas.microsoft.com/office/drawing/2014/main" id="{A6C64A9C-7F33-FD48-BAB1-3AEAD7B6C996}"/>
              </a:ext>
            </a:extLst>
          </p:cNvPr>
          <p:cNvSpPr/>
          <p:nvPr/>
        </p:nvSpPr>
        <p:spPr>
          <a:xfrm>
            <a:off x="3822192" y="1783080"/>
            <a:ext cx="2276856" cy="228600"/>
          </a:xfrm>
          <a:prstGeom prst="rect">
            <a:avLst/>
          </a:prstGeom>
          <a:noFill/>
          <a:ln/>
        </p:spPr>
        <p:txBody>
          <a:bodyPr wrap="square" lIns="0" tIns="0" rIns="0" bIns="0" rtlCol="0" anchor="ctr"/>
          <a:lstStyle/>
          <a:p>
            <a:pPr marL="0" indent="0">
              <a:buNone/>
            </a:pPr>
            <a:r>
              <a:rPr lang="en-US" sz="1600" b="1" dirty="0">
                <a:solidFill>
                  <a:srgbClr val="3B67B6"/>
                </a:solidFill>
                <a:latin typeface="Aptos Display" pitchFamily="34" charset="0"/>
                <a:ea typeface="Aptos Display" pitchFamily="34" charset="-122"/>
                <a:cs typeface="Aptos Display" pitchFamily="34" charset="-120"/>
              </a:rPr>
              <a:t>Automate matching</a:t>
            </a:r>
            <a:endParaRPr lang="en-US" sz="1600" dirty="0"/>
          </a:p>
        </p:txBody>
      </p:sp>
      <p:sp>
        <p:nvSpPr>
          <p:cNvPr id="9" name="Text 17">
            <a:extLst>
              <a:ext uri="{FF2B5EF4-FFF2-40B4-BE49-F238E27FC236}">
                <a16:creationId xmlns:a16="http://schemas.microsoft.com/office/drawing/2014/main" id="{98DC9855-B243-28CD-3685-EC418CDEE2D2}"/>
              </a:ext>
            </a:extLst>
          </p:cNvPr>
          <p:cNvSpPr/>
          <p:nvPr/>
        </p:nvSpPr>
        <p:spPr>
          <a:xfrm>
            <a:off x="3822192" y="2048256"/>
            <a:ext cx="2276856" cy="941832"/>
          </a:xfrm>
          <a:prstGeom prst="rect">
            <a:avLst/>
          </a:prstGeom>
          <a:noFill/>
          <a:ln/>
        </p:spPr>
        <p:txBody>
          <a:bodyPr wrap="square" lIns="254" tIns="254" rIns="254" bIns="254" rtlCol="0" anchor="t">
            <a:normAutofit/>
          </a:bodyPr>
          <a:lstStyle/>
          <a:p>
            <a:pPr marL="0" indent="0">
              <a:lnSpc>
                <a:spcPct val="105000"/>
              </a:lnSpc>
              <a:buNone/>
            </a:pPr>
            <a:r>
              <a:rPr lang="en-US" sz="1280" dirty="0">
                <a:solidFill>
                  <a:srgbClr val="111111"/>
                </a:solidFill>
                <a:latin typeface="Aptos" pitchFamily="34" charset="0"/>
                <a:ea typeface="Aptos" pitchFamily="34" charset="-122"/>
                <a:cs typeface="Aptos" pitchFamily="34" charset="-120"/>
              </a:rPr>
              <a:t>The user should not depend on repeated calls because the system automatically recommends suitable trucks.</a:t>
            </a:r>
            <a:endParaRPr lang="en-US" sz="1280" dirty="0"/>
          </a:p>
        </p:txBody>
      </p:sp>
      <p:sp>
        <p:nvSpPr>
          <p:cNvPr id="10" name="Shape 18">
            <a:extLst>
              <a:ext uri="{FF2B5EF4-FFF2-40B4-BE49-F238E27FC236}">
                <a16:creationId xmlns:a16="http://schemas.microsoft.com/office/drawing/2014/main" id="{90782AE7-8E32-8DB4-2DAC-532EB9D1E2C5}"/>
              </a:ext>
            </a:extLst>
          </p:cNvPr>
          <p:cNvSpPr/>
          <p:nvPr/>
        </p:nvSpPr>
        <p:spPr>
          <a:xfrm>
            <a:off x="6446520" y="1664208"/>
            <a:ext cx="2606040" cy="1417320"/>
          </a:xfrm>
          <a:prstGeom prst="roundRect">
            <a:avLst>
              <a:gd name="adj" fmla="val 5161"/>
            </a:avLst>
          </a:prstGeom>
          <a:solidFill>
            <a:srgbClr val="ECFCF8"/>
          </a:solidFill>
          <a:ln w="12700">
            <a:solidFill>
              <a:srgbClr val="E3E6EB"/>
            </a:solidFill>
            <a:prstDash val="solid"/>
          </a:ln>
        </p:spPr>
      </p:sp>
      <p:sp>
        <p:nvSpPr>
          <p:cNvPr id="11" name="Text 19">
            <a:extLst>
              <a:ext uri="{FF2B5EF4-FFF2-40B4-BE49-F238E27FC236}">
                <a16:creationId xmlns:a16="http://schemas.microsoft.com/office/drawing/2014/main" id="{D5D8B739-9792-1805-BF93-20CF9C9C8DE9}"/>
              </a:ext>
            </a:extLst>
          </p:cNvPr>
          <p:cNvSpPr/>
          <p:nvPr/>
        </p:nvSpPr>
        <p:spPr>
          <a:xfrm>
            <a:off x="6611112" y="1783080"/>
            <a:ext cx="2276856" cy="228600"/>
          </a:xfrm>
          <a:prstGeom prst="rect">
            <a:avLst/>
          </a:prstGeom>
          <a:noFill/>
          <a:ln/>
        </p:spPr>
        <p:txBody>
          <a:bodyPr wrap="square" lIns="0" tIns="0" rIns="0" bIns="0" rtlCol="0" anchor="ctr"/>
          <a:lstStyle/>
          <a:p>
            <a:pPr marL="0" indent="0">
              <a:buNone/>
            </a:pPr>
            <a:r>
              <a:rPr lang="en-US" sz="1600" b="1" dirty="0">
                <a:solidFill>
                  <a:srgbClr val="12C8B3"/>
                </a:solidFill>
                <a:latin typeface="Aptos Display" pitchFamily="34" charset="0"/>
                <a:ea typeface="Aptos Display" pitchFamily="34" charset="-122"/>
                <a:cs typeface="Aptos Display" pitchFamily="34" charset="-120"/>
              </a:rPr>
              <a:t>Save fuel and cost</a:t>
            </a:r>
            <a:endParaRPr lang="en-US" sz="1600" dirty="0"/>
          </a:p>
        </p:txBody>
      </p:sp>
      <p:sp>
        <p:nvSpPr>
          <p:cNvPr id="12" name="Text 20">
            <a:extLst>
              <a:ext uri="{FF2B5EF4-FFF2-40B4-BE49-F238E27FC236}">
                <a16:creationId xmlns:a16="http://schemas.microsoft.com/office/drawing/2014/main" id="{2CE6A149-CE8D-7458-88F1-774FFCCDD951}"/>
              </a:ext>
            </a:extLst>
          </p:cNvPr>
          <p:cNvSpPr/>
          <p:nvPr/>
        </p:nvSpPr>
        <p:spPr>
          <a:xfrm>
            <a:off x="6611112" y="2048256"/>
            <a:ext cx="2276856" cy="941832"/>
          </a:xfrm>
          <a:prstGeom prst="rect">
            <a:avLst/>
          </a:prstGeom>
          <a:noFill/>
          <a:ln/>
        </p:spPr>
        <p:txBody>
          <a:bodyPr wrap="square" lIns="254" tIns="254" rIns="254" bIns="254" rtlCol="0" anchor="t">
            <a:normAutofit/>
          </a:bodyPr>
          <a:lstStyle/>
          <a:p>
            <a:pPr marL="0" indent="0">
              <a:lnSpc>
                <a:spcPct val="105000"/>
              </a:lnSpc>
              <a:buNone/>
            </a:pPr>
            <a:r>
              <a:rPr lang="en-US" sz="1280" dirty="0">
                <a:solidFill>
                  <a:srgbClr val="111111"/>
                </a:solidFill>
                <a:latin typeface="Aptos" pitchFamily="34" charset="0"/>
                <a:ea typeface="Aptos" pitchFamily="34" charset="-122"/>
                <a:cs typeface="Aptos" pitchFamily="34" charset="-120"/>
              </a:rPr>
              <a:t>Improved route and capacity decisions can reduce waste and improve business efficiency.</a:t>
            </a:r>
            <a:endParaRPr lang="en-US" sz="1280" dirty="0"/>
          </a:p>
        </p:txBody>
      </p:sp>
      <p:sp>
        <p:nvSpPr>
          <p:cNvPr id="13" name="Shape 21">
            <a:extLst>
              <a:ext uri="{FF2B5EF4-FFF2-40B4-BE49-F238E27FC236}">
                <a16:creationId xmlns:a16="http://schemas.microsoft.com/office/drawing/2014/main" id="{428BE92D-092F-0B3D-CD3E-7114BCD0A794}"/>
              </a:ext>
            </a:extLst>
          </p:cNvPr>
          <p:cNvSpPr/>
          <p:nvPr/>
        </p:nvSpPr>
        <p:spPr>
          <a:xfrm>
            <a:off x="9235440" y="1664208"/>
            <a:ext cx="2333168" cy="1417320"/>
          </a:xfrm>
          <a:prstGeom prst="roundRect">
            <a:avLst>
              <a:gd name="adj" fmla="val 5161"/>
            </a:avLst>
          </a:prstGeom>
          <a:solidFill>
            <a:srgbClr val="F9F5FF"/>
          </a:solidFill>
          <a:ln w="12700">
            <a:solidFill>
              <a:srgbClr val="E3E6EB"/>
            </a:solidFill>
            <a:prstDash val="solid"/>
          </a:ln>
        </p:spPr>
      </p:sp>
      <p:sp>
        <p:nvSpPr>
          <p:cNvPr id="14" name="Text 22">
            <a:extLst>
              <a:ext uri="{FF2B5EF4-FFF2-40B4-BE49-F238E27FC236}">
                <a16:creationId xmlns:a16="http://schemas.microsoft.com/office/drawing/2014/main" id="{21C835A3-31F7-0EC5-AABA-D28E945FB160}"/>
              </a:ext>
            </a:extLst>
          </p:cNvPr>
          <p:cNvSpPr/>
          <p:nvPr/>
        </p:nvSpPr>
        <p:spPr>
          <a:xfrm>
            <a:off x="9400032" y="1783080"/>
            <a:ext cx="1728216" cy="228600"/>
          </a:xfrm>
          <a:prstGeom prst="rect">
            <a:avLst/>
          </a:prstGeom>
          <a:noFill/>
          <a:ln/>
        </p:spPr>
        <p:txBody>
          <a:bodyPr wrap="square" lIns="0" tIns="0" rIns="0" bIns="0" rtlCol="0" anchor="ctr"/>
          <a:lstStyle/>
          <a:p>
            <a:pPr marL="0" indent="0">
              <a:buNone/>
            </a:pPr>
            <a:r>
              <a:rPr lang="en-US" sz="1600" b="1" dirty="0">
                <a:solidFill>
                  <a:srgbClr val="8454D2"/>
                </a:solidFill>
                <a:latin typeface="Aptos Display" pitchFamily="34" charset="0"/>
                <a:ea typeface="Aptos Display" pitchFamily="34" charset="-122"/>
                <a:cs typeface="Aptos Display" pitchFamily="34" charset="-120"/>
              </a:rPr>
              <a:t>Improve profit</a:t>
            </a:r>
            <a:endParaRPr lang="en-US" sz="1600" dirty="0"/>
          </a:p>
        </p:txBody>
      </p:sp>
      <p:sp>
        <p:nvSpPr>
          <p:cNvPr id="15" name="Text 23">
            <a:extLst>
              <a:ext uri="{FF2B5EF4-FFF2-40B4-BE49-F238E27FC236}">
                <a16:creationId xmlns:a16="http://schemas.microsoft.com/office/drawing/2014/main" id="{BD0E1794-0FA6-C53E-89EF-4A37800DCFA8}"/>
              </a:ext>
            </a:extLst>
          </p:cNvPr>
          <p:cNvSpPr/>
          <p:nvPr/>
        </p:nvSpPr>
        <p:spPr>
          <a:xfrm>
            <a:off x="9400032" y="2048256"/>
            <a:ext cx="2024560" cy="941832"/>
          </a:xfrm>
          <a:prstGeom prst="rect">
            <a:avLst/>
          </a:prstGeom>
          <a:noFill/>
          <a:ln/>
        </p:spPr>
        <p:txBody>
          <a:bodyPr wrap="square" lIns="254" tIns="254" rIns="254" bIns="254" rtlCol="0" anchor="t">
            <a:normAutofit/>
          </a:bodyPr>
          <a:lstStyle/>
          <a:p>
            <a:pPr marL="0" indent="0">
              <a:lnSpc>
                <a:spcPct val="105000"/>
              </a:lnSpc>
              <a:buNone/>
            </a:pPr>
            <a:r>
              <a:rPr lang="en-US" sz="1280" dirty="0">
                <a:solidFill>
                  <a:srgbClr val="111111"/>
                </a:solidFill>
                <a:latin typeface="Aptos" pitchFamily="34" charset="0"/>
                <a:ea typeface="Aptos" pitchFamily="34" charset="-122"/>
                <a:cs typeface="Aptos" pitchFamily="34" charset="-120"/>
              </a:rPr>
              <a:t>Better load utilisation means better earnings per trip for fleet owners.</a:t>
            </a:r>
            <a:endParaRPr lang="en-US" sz="1280" dirty="0"/>
          </a:p>
        </p:txBody>
      </p:sp>
      <p:sp>
        <p:nvSpPr>
          <p:cNvPr id="16" name="Text 24">
            <a:extLst>
              <a:ext uri="{FF2B5EF4-FFF2-40B4-BE49-F238E27FC236}">
                <a16:creationId xmlns:a16="http://schemas.microsoft.com/office/drawing/2014/main" id="{96F47243-6AFE-FF51-6673-01ACBFB8D200}"/>
              </a:ext>
            </a:extLst>
          </p:cNvPr>
          <p:cNvSpPr/>
          <p:nvPr/>
        </p:nvSpPr>
        <p:spPr>
          <a:xfrm>
            <a:off x="914400" y="3703320"/>
            <a:ext cx="10241280" cy="1143000"/>
          </a:xfrm>
          <a:prstGeom prst="rect">
            <a:avLst/>
          </a:prstGeom>
          <a:noFill/>
          <a:ln/>
        </p:spPr>
        <p:txBody>
          <a:bodyPr wrap="square" lIns="508" tIns="508" rIns="508" bIns="508" rtlCol="0" anchor="t">
            <a:normAutofit/>
          </a:bodyPr>
          <a:lstStyle/>
          <a:p>
            <a:pPr marL="0" indent="0" algn="l">
              <a:lnSpc>
                <a:spcPct val="110000"/>
              </a:lnSpc>
              <a:buNone/>
            </a:pPr>
            <a:r>
              <a:rPr lang="en-US" sz="1700" dirty="0">
                <a:solidFill>
                  <a:srgbClr val="111111"/>
                </a:solidFill>
                <a:latin typeface="Aptos" pitchFamily="34" charset="0"/>
                <a:ea typeface="Aptos" pitchFamily="34" charset="-122"/>
                <a:cs typeface="Aptos" pitchFamily="34" charset="-120"/>
              </a:rPr>
              <a:t>In simple words, the objective is to give logistics users a practical digital tool that is easy to use, fast enough for daily work, and valuable from the very first trip. The system should help both shippers and truck owners make quicker and smarter decisions with less manual effort.</a:t>
            </a:r>
            <a:endParaRPr lang="en-US" sz="1700" dirty="0"/>
          </a:p>
        </p:txBody>
      </p:sp>
    </p:spTree>
    <p:extLst>
      <p:ext uri="{BB962C8B-B14F-4D97-AF65-F5344CB8AC3E}">
        <p14:creationId xmlns:p14="http://schemas.microsoft.com/office/powerpoint/2010/main" val="2964640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04C7F-A00C-40E0-42AC-A68C180514C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C2947CC-0FC6-2021-5765-1B30D34BDF81}"/>
              </a:ext>
            </a:extLst>
          </p:cNvPr>
          <p:cNvSpPr>
            <a:spLocks noGrp="1"/>
          </p:cNvSpPr>
          <p:nvPr>
            <p:ph type="sldNum" sz="quarter" idx="14"/>
          </p:nvPr>
        </p:nvSpPr>
        <p:spPr/>
        <p:txBody>
          <a:bodyPr/>
          <a:lstStyle/>
          <a:p>
            <a:fld id="{45A3C14A-F937-4231-B6F1-40B429FAFB2F}" type="slidenum">
              <a:rPr lang="en-NZ" smtClean="0"/>
              <a:pPr/>
              <a:t>8</a:t>
            </a:fld>
            <a:endParaRPr lang="en-NZ" dirty="0"/>
          </a:p>
        </p:txBody>
      </p:sp>
      <p:sp>
        <p:nvSpPr>
          <p:cNvPr id="3" name="Text 11">
            <a:extLst>
              <a:ext uri="{FF2B5EF4-FFF2-40B4-BE49-F238E27FC236}">
                <a16:creationId xmlns:a16="http://schemas.microsoft.com/office/drawing/2014/main" id="{2D0EFB84-FCFB-F8F3-2C66-E29E7840C002}"/>
              </a:ext>
            </a:extLst>
          </p:cNvPr>
          <p:cNvSpPr/>
          <p:nvPr/>
        </p:nvSpPr>
        <p:spPr>
          <a:xfrm>
            <a:off x="695400" y="685077"/>
            <a:ext cx="2230680" cy="411480"/>
          </a:xfrm>
          <a:prstGeom prst="rect">
            <a:avLst/>
          </a:prstGeom>
          <a:noFill/>
          <a:ln/>
        </p:spPr>
        <p:txBody>
          <a:bodyPr wrap="square" lIns="0" tIns="0" rIns="0" bIns="0" rtlCol="0" anchor="ctr"/>
          <a:lstStyle/>
          <a:p>
            <a:pPr marL="0" indent="0">
              <a:buNone/>
            </a:pPr>
            <a:r>
              <a:rPr lang="en-US" sz="2500" b="1" dirty="0">
                <a:solidFill>
                  <a:srgbClr val="111111"/>
                </a:solidFill>
                <a:latin typeface="Aptos Display" pitchFamily="34" charset="0"/>
                <a:ea typeface="Aptos Display" pitchFamily="34" charset="-122"/>
                <a:cs typeface="Aptos Display" pitchFamily="34" charset="-120"/>
              </a:rPr>
              <a:t>Methodology:</a:t>
            </a:r>
            <a:endParaRPr lang="en-US" sz="2500" dirty="0"/>
          </a:p>
        </p:txBody>
      </p:sp>
      <p:sp>
        <p:nvSpPr>
          <p:cNvPr id="4" name="Shape 12">
            <a:extLst>
              <a:ext uri="{FF2B5EF4-FFF2-40B4-BE49-F238E27FC236}">
                <a16:creationId xmlns:a16="http://schemas.microsoft.com/office/drawing/2014/main" id="{3ED13833-5971-1F5A-0D3A-7B0AE71936F3}"/>
              </a:ext>
            </a:extLst>
          </p:cNvPr>
          <p:cNvSpPr/>
          <p:nvPr/>
        </p:nvSpPr>
        <p:spPr>
          <a:xfrm>
            <a:off x="868680" y="1449324"/>
            <a:ext cx="1417320" cy="621792"/>
          </a:xfrm>
          <a:prstGeom prst="roundRect">
            <a:avLst>
              <a:gd name="adj" fmla="val 8824"/>
            </a:avLst>
          </a:prstGeom>
          <a:solidFill>
            <a:srgbClr val="FFF1E6"/>
          </a:solidFill>
          <a:ln w="12700">
            <a:solidFill>
              <a:srgbClr val="E1E6EF"/>
            </a:solidFill>
            <a:prstDash val="solid"/>
          </a:ln>
        </p:spPr>
      </p:sp>
      <p:sp>
        <p:nvSpPr>
          <p:cNvPr id="5" name="Text 13">
            <a:extLst>
              <a:ext uri="{FF2B5EF4-FFF2-40B4-BE49-F238E27FC236}">
                <a16:creationId xmlns:a16="http://schemas.microsoft.com/office/drawing/2014/main" id="{5B16156A-B091-9631-B6C3-DA54561FA797}"/>
              </a:ext>
            </a:extLst>
          </p:cNvPr>
          <p:cNvSpPr/>
          <p:nvPr/>
        </p:nvSpPr>
        <p:spPr>
          <a:xfrm>
            <a:off x="987552" y="1595628"/>
            <a:ext cx="1097280" cy="182880"/>
          </a:xfrm>
          <a:prstGeom prst="rect">
            <a:avLst/>
          </a:prstGeom>
          <a:noFill/>
          <a:ln/>
        </p:spPr>
        <p:txBody>
          <a:bodyPr wrap="square" lIns="0" tIns="0" rIns="0" bIns="0" rtlCol="0" anchor="ctr"/>
          <a:lstStyle/>
          <a:p>
            <a:pPr marL="0" indent="0">
              <a:buNone/>
            </a:pPr>
            <a:r>
              <a:rPr lang="en-US" sz="1450" b="1" dirty="0">
                <a:solidFill>
                  <a:srgbClr val="111111"/>
                </a:solidFill>
                <a:latin typeface="Aptos Display" pitchFamily="34" charset="0"/>
                <a:ea typeface="Aptos Display" pitchFamily="34" charset="-122"/>
                <a:cs typeface="Aptos Display" pitchFamily="34" charset="-120"/>
              </a:rPr>
              <a:t>1. Data entry</a:t>
            </a:r>
            <a:endParaRPr lang="en-US" sz="1450" dirty="0"/>
          </a:p>
        </p:txBody>
      </p:sp>
      <p:sp>
        <p:nvSpPr>
          <p:cNvPr id="6" name="Shape 14">
            <a:extLst>
              <a:ext uri="{FF2B5EF4-FFF2-40B4-BE49-F238E27FC236}">
                <a16:creationId xmlns:a16="http://schemas.microsoft.com/office/drawing/2014/main" id="{30BFCDFA-EBA0-BF3D-3125-702792BAD4F9}"/>
              </a:ext>
            </a:extLst>
          </p:cNvPr>
          <p:cNvSpPr/>
          <p:nvPr/>
        </p:nvSpPr>
        <p:spPr>
          <a:xfrm>
            <a:off x="2395728" y="1751076"/>
            <a:ext cx="411480" cy="0"/>
          </a:xfrm>
          <a:prstGeom prst="line">
            <a:avLst/>
          </a:prstGeom>
          <a:noFill/>
          <a:ln w="12700">
            <a:solidFill>
              <a:srgbClr val="B5BDC9"/>
            </a:solidFill>
            <a:prstDash val="solid"/>
            <a:headEnd type="none"/>
            <a:tailEnd type="triangle"/>
          </a:ln>
        </p:spPr>
      </p:sp>
      <p:sp>
        <p:nvSpPr>
          <p:cNvPr id="7" name="Shape 15">
            <a:extLst>
              <a:ext uri="{FF2B5EF4-FFF2-40B4-BE49-F238E27FC236}">
                <a16:creationId xmlns:a16="http://schemas.microsoft.com/office/drawing/2014/main" id="{151BA839-64B0-513A-C428-553B7315371E}"/>
              </a:ext>
            </a:extLst>
          </p:cNvPr>
          <p:cNvSpPr/>
          <p:nvPr/>
        </p:nvSpPr>
        <p:spPr>
          <a:xfrm>
            <a:off x="2926080" y="1449324"/>
            <a:ext cx="7726680" cy="621792"/>
          </a:xfrm>
          <a:prstGeom prst="roundRect">
            <a:avLst>
              <a:gd name="adj" fmla="val 8824"/>
            </a:avLst>
          </a:prstGeom>
          <a:solidFill>
            <a:srgbClr val="FAFBFD"/>
          </a:solidFill>
          <a:ln w="12700">
            <a:solidFill>
              <a:srgbClr val="E3E6EB"/>
            </a:solidFill>
            <a:prstDash val="solid"/>
          </a:ln>
        </p:spPr>
      </p:sp>
      <p:sp>
        <p:nvSpPr>
          <p:cNvPr id="8" name="Text 16">
            <a:extLst>
              <a:ext uri="{FF2B5EF4-FFF2-40B4-BE49-F238E27FC236}">
                <a16:creationId xmlns:a16="http://schemas.microsoft.com/office/drawing/2014/main" id="{DF208170-5615-EE2B-3F96-720747E68A64}"/>
              </a:ext>
            </a:extLst>
          </p:cNvPr>
          <p:cNvSpPr/>
          <p:nvPr/>
        </p:nvSpPr>
        <p:spPr>
          <a:xfrm>
            <a:off x="3081528" y="1559052"/>
            <a:ext cx="7406640" cy="384048"/>
          </a:xfrm>
          <a:prstGeom prst="rect">
            <a:avLst/>
          </a:prstGeom>
          <a:noFill/>
          <a:ln/>
        </p:spPr>
        <p:txBody>
          <a:bodyPr wrap="square" lIns="0" tIns="0" rIns="0" bIns="0" rtlCol="0" anchor="ctr">
            <a:normAutofit/>
          </a:bodyPr>
          <a:lstStyle/>
          <a:p>
            <a:pPr marL="0" indent="0">
              <a:buNone/>
            </a:pPr>
            <a:r>
              <a:rPr lang="en-US" sz="1320" dirty="0">
                <a:solidFill>
                  <a:srgbClr val="111111"/>
                </a:solidFill>
                <a:latin typeface="Aptos" pitchFamily="34" charset="0"/>
                <a:ea typeface="Aptos" pitchFamily="34" charset="-122"/>
                <a:cs typeface="Aptos" pitchFamily="34" charset="-120"/>
              </a:rPr>
              <a:t>The shipper posts load details and the truck owner registers vehicle details through the web forms.</a:t>
            </a:r>
            <a:endParaRPr lang="en-US" sz="1320" dirty="0"/>
          </a:p>
        </p:txBody>
      </p:sp>
      <p:sp>
        <p:nvSpPr>
          <p:cNvPr id="9" name="Shape 17">
            <a:extLst>
              <a:ext uri="{FF2B5EF4-FFF2-40B4-BE49-F238E27FC236}">
                <a16:creationId xmlns:a16="http://schemas.microsoft.com/office/drawing/2014/main" id="{D59B9B32-D93B-C275-09D7-FFD93CAC388E}"/>
              </a:ext>
            </a:extLst>
          </p:cNvPr>
          <p:cNvSpPr/>
          <p:nvPr/>
        </p:nvSpPr>
        <p:spPr>
          <a:xfrm>
            <a:off x="868680" y="2391156"/>
            <a:ext cx="1417320" cy="621792"/>
          </a:xfrm>
          <a:prstGeom prst="roundRect">
            <a:avLst>
              <a:gd name="adj" fmla="val 8824"/>
            </a:avLst>
          </a:prstGeom>
          <a:solidFill>
            <a:srgbClr val="EDF3FF"/>
          </a:solidFill>
          <a:ln w="12700">
            <a:solidFill>
              <a:srgbClr val="E1E6EF"/>
            </a:solidFill>
            <a:prstDash val="solid"/>
          </a:ln>
        </p:spPr>
      </p:sp>
      <p:sp>
        <p:nvSpPr>
          <p:cNvPr id="10" name="Text 18">
            <a:extLst>
              <a:ext uri="{FF2B5EF4-FFF2-40B4-BE49-F238E27FC236}">
                <a16:creationId xmlns:a16="http://schemas.microsoft.com/office/drawing/2014/main" id="{69B8389B-0B52-174B-F84F-CAF5B70BDE46}"/>
              </a:ext>
            </a:extLst>
          </p:cNvPr>
          <p:cNvSpPr/>
          <p:nvPr/>
        </p:nvSpPr>
        <p:spPr>
          <a:xfrm>
            <a:off x="987552" y="2537460"/>
            <a:ext cx="1097280" cy="182880"/>
          </a:xfrm>
          <a:prstGeom prst="rect">
            <a:avLst/>
          </a:prstGeom>
          <a:noFill/>
          <a:ln/>
        </p:spPr>
        <p:txBody>
          <a:bodyPr wrap="square" lIns="0" tIns="0" rIns="0" bIns="0" rtlCol="0" anchor="ctr"/>
          <a:lstStyle/>
          <a:p>
            <a:pPr marL="0" indent="0">
              <a:buNone/>
            </a:pPr>
            <a:r>
              <a:rPr lang="en-US" sz="1450" b="1" dirty="0">
                <a:solidFill>
                  <a:srgbClr val="111111"/>
                </a:solidFill>
                <a:latin typeface="Aptos Display" pitchFamily="34" charset="0"/>
                <a:ea typeface="Aptos Display" pitchFamily="34" charset="-122"/>
                <a:cs typeface="Aptos Display" pitchFamily="34" charset="-120"/>
              </a:rPr>
              <a:t>2. Parameter collection</a:t>
            </a:r>
            <a:endParaRPr lang="en-US" sz="1450" dirty="0"/>
          </a:p>
        </p:txBody>
      </p:sp>
      <p:sp>
        <p:nvSpPr>
          <p:cNvPr id="11" name="Shape 19">
            <a:extLst>
              <a:ext uri="{FF2B5EF4-FFF2-40B4-BE49-F238E27FC236}">
                <a16:creationId xmlns:a16="http://schemas.microsoft.com/office/drawing/2014/main" id="{7BCDE869-2EEC-366B-C8C7-573669818BBA}"/>
              </a:ext>
            </a:extLst>
          </p:cNvPr>
          <p:cNvSpPr/>
          <p:nvPr/>
        </p:nvSpPr>
        <p:spPr>
          <a:xfrm>
            <a:off x="2395728" y="2692908"/>
            <a:ext cx="411480" cy="0"/>
          </a:xfrm>
          <a:prstGeom prst="line">
            <a:avLst/>
          </a:prstGeom>
          <a:noFill/>
          <a:ln w="12700">
            <a:solidFill>
              <a:srgbClr val="B5BDC9"/>
            </a:solidFill>
            <a:prstDash val="solid"/>
            <a:headEnd type="none"/>
            <a:tailEnd type="triangle"/>
          </a:ln>
        </p:spPr>
      </p:sp>
      <p:sp>
        <p:nvSpPr>
          <p:cNvPr id="12" name="Shape 20">
            <a:extLst>
              <a:ext uri="{FF2B5EF4-FFF2-40B4-BE49-F238E27FC236}">
                <a16:creationId xmlns:a16="http://schemas.microsoft.com/office/drawing/2014/main" id="{E631C93A-0648-42B7-C815-D2F73441C403}"/>
              </a:ext>
            </a:extLst>
          </p:cNvPr>
          <p:cNvSpPr/>
          <p:nvPr/>
        </p:nvSpPr>
        <p:spPr>
          <a:xfrm>
            <a:off x="2926080" y="2391156"/>
            <a:ext cx="7726680" cy="621792"/>
          </a:xfrm>
          <a:prstGeom prst="roundRect">
            <a:avLst>
              <a:gd name="adj" fmla="val 8824"/>
            </a:avLst>
          </a:prstGeom>
          <a:solidFill>
            <a:srgbClr val="FAFBFD"/>
          </a:solidFill>
          <a:ln w="12700">
            <a:solidFill>
              <a:srgbClr val="E3E6EB"/>
            </a:solidFill>
            <a:prstDash val="solid"/>
          </a:ln>
        </p:spPr>
      </p:sp>
      <p:sp>
        <p:nvSpPr>
          <p:cNvPr id="13" name="Text 21">
            <a:extLst>
              <a:ext uri="{FF2B5EF4-FFF2-40B4-BE49-F238E27FC236}">
                <a16:creationId xmlns:a16="http://schemas.microsoft.com/office/drawing/2014/main" id="{92FB400C-4F3E-BCFD-8803-125EA552CAF2}"/>
              </a:ext>
            </a:extLst>
          </p:cNvPr>
          <p:cNvSpPr/>
          <p:nvPr/>
        </p:nvSpPr>
        <p:spPr>
          <a:xfrm>
            <a:off x="3081528" y="2500884"/>
            <a:ext cx="7406640" cy="384048"/>
          </a:xfrm>
          <a:prstGeom prst="rect">
            <a:avLst/>
          </a:prstGeom>
          <a:noFill/>
          <a:ln/>
        </p:spPr>
        <p:txBody>
          <a:bodyPr wrap="square" lIns="0" tIns="0" rIns="0" bIns="0" rtlCol="0" anchor="ctr">
            <a:normAutofit/>
          </a:bodyPr>
          <a:lstStyle/>
          <a:p>
            <a:pPr marL="0" indent="0">
              <a:buNone/>
            </a:pPr>
            <a:r>
              <a:rPr lang="en-US" sz="1320" dirty="0">
                <a:solidFill>
                  <a:srgbClr val="111111"/>
                </a:solidFill>
                <a:latin typeface="Aptos" pitchFamily="34" charset="0"/>
                <a:ea typeface="Aptos" pitchFamily="34" charset="-122"/>
                <a:cs typeface="Aptos" pitchFamily="34" charset="-120"/>
              </a:rPr>
              <a:t>The system reads route, weight, capacity, cargo type, and date fields from the input.</a:t>
            </a:r>
            <a:endParaRPr lang="en-US" sz="1320" dirty="0"/>
          </a:p>
        </p:txBody>
      </p:sp>
      <p:sp>
        <p:nvSpPr>
          <p:cNvPr id="14" name="Shape 22">
            <a:extLst>
              <a:ext uri="{FF2B5EF4-FFF2-40B4-BE49-F238E27FC236}">
                <a16:creationId xmlns:a16="http://schemas.microsoft.com/office/drawing/2014/main" id="{5E637119-C8C4-DB88-32E6-6820955FC262}"/>
              </a:ext>
            </a:extLst>
          </p:cNvPr>
          <p:cNvSpPr/>
          <p:nvPr/>
        </p:nvSpPr>
        <p:spPr>
          <a:xfrm>
            <a:off x="868680" y="3332988"/>
            <a:ext cx="1417320" cy="621792"/>
          </a:xfrm>
          <a:prstGeom prst="roundRect">
            <a:avLst>
              <a:gd name="adj" fmla="val 8824"/>
            </a:avLst>
          </a:prstGeom>
          <a:solidFill>
            <a:srgbClr val="FFF1E6"/>
          </a:solidFill>
          <a:ln w="12700">
            <a:solidFill>
              <a:srgbClr val="E1E6EF"/>
            </a:solidFill>
            <a:prstDash val="solid"/>
          </a:ln>
        </p:spPr>
      </p:sp>
      <p:sp>
        <p:nvSpPr>
          <p:cNvPr id="15" name="Text 23">
            <a:extLst>
              <a:ext uri="{FF2B5EF4-FFF2-40B4-BE49-F238E27FC236}">
                <a16:creationId xmlns:a16="http://schemas.microsoft.com/office/drawing/2014/main" id="{576B5530-3E29-D86B-0308-2D17649B5C44}"/>
              </a:ext>
            </a:extLst>
          </p:cNvPr>
          <p:cNvSpPr/>
          <p:nvPr/>
        </p:nvSpPr>
        <p:spPr>
          <a:xfrm>
            <a:off x="987552" y="3479292"/>
            <a:ext cx="1097280" cy="182880"/>
          </a:xfrm>
          <a:prstGeom prst="rect">
            <a:avLst/>
          </a:prstGeom>
          <a:noFill/>
          <a:ln/>
        </p:spPr>
        <p:txBody>
          <a:bodyPr wrap="square" lIns="0" tIns="0" rIns="0" bIns="0" rtlCol="0" anchor="ctr"/>
          <a:lstStyle/>
          <a:p>
            <a:pPr marL="0" indent="0">
              <a:buNone/>
            </a:pPr>
            <a:r>
              <a:rPr lang="en-US" sz="1450" b="1" dirty="0">
                <a:solidFill>
                  <a:srgbClr val="111111"/>
                </a:solidFill>
                <a:latin typeface="Aptos Display" pitchFamily="34" charset="0"/>
                <a:ea typeface="Aptos Display" pitchFamily="34" charset="-122"/>
                <a:cs typeface="Aptos Display" pitchFamily="34" charset="-120"/>
              </a:rPr>
              <a:t>3. AI scoring</a:t>
            </a:r>
            <a:endParaRPr lang="en-US" sz="1450" dirty="0"/>
          </a:p>
        </p:txBody>
      </p:sp>
      <p:sp>
        <p:nvSpPr>
          <p:cNvPr id="16" name="Shape 24">
            <a:extLst>
              <a:ext uri="{FF2B5EF4-FFF2-40B4-BE49-F238E27FC236}">
                <a16:creationId xmlns:a16="http://schemas.microsoft.com/office/drawing/2014/main" id="{DE0B2203-A196-C223-4853-6239DC60FB88}"/>
              </a:ext>
            </a:extLst>
          </p:cNvPr>
          <p:cNvSpPr/>
          <p:nvPr/>
        </p:nvSpPr>
        <p:spPr>
          <a:xfrm>
            <a:off x="2395728" y="3634740"/>
            <a:ext cx="411480" cy="0"/>
          </a:xfrm>
          <a:prstGeom prst="line">
            <a:avLst/>
          </a:prstGeom>
          <a:noFill/>
          <a:ln w="12700">
            <a:solidFill>
              <a:srgbClr val="B5BDC9"/>
            </a:solidFill>
            <a:prstDash val="solid"/>
            <a:headEnd type="none"/>
            <a:tailEnd type="triangle"/>
          </a:ln>
        </p:spPr>
      </p:sp>
      <p:sp>
        <p:nvSpPr>
          <p:cNvPr id="17" name="Shape 25">
            <a:extLst>
              <a:ext uri="{FF2B5EF4-FFF2-40B4-BE49-F238E27FC236}">
                <a16:creationId xmlns:a16="http://schemas.microsoft.com/office/drawing/2014/main" id="{2D83B5B6-F72E-BD88-66E9-6E1BEA16767C}"/>
              </a:ext>
            </a:extLst>
          </p:cNvPr>
          <p:cNvSpPr/>
          <p:nvPr/>
        </p:nvSpPr>
        <p:spPr>
          <a:xfrm>
            <a:off x="2926080" y="3332988"/>
            <a:ext cx="7726680" cy="621792"/>
          </a:xfrm>
          <a:prstGeom prst="roundRect">
            <a:avLst>
              <a:gd name="adj" fmla="val 8824"/>
            </a:avLst>
          </a:prstGeom>
          <a:solidFill>
            <a:srgbClr val="FAFBFD"/>
          </a:solidFill>
          <a:ln w="12700">
            <a:solidFill>
              <a:srgbClr val="E3E6EB"/>
            </a:solidFill>
            <a:prstDash val="solid"/>
          </a:ln>
        </p:spPr>
      </p:sp>
      <p:sp>
        <p:nvSpPr>
          <p:cNvPr id="18" name="Text 26">
            <a:extLst>
              <a:ext uri="{FF2B5EF4-FFF2-40B4-BE49-F238E27FC236}">
                <a16:creationId xmlns:a16="http://schemas.microsoft.com/office/drawing/2014/main" id="{432B07B9-25B6-DBF4-7059-AFEC04C25039}"/>
              </a:ext>
            </a:extLst>
          </p:cNvPr>
          <p:cNvSpPr/>
          <p:nvPr/>
        </p:nvSpPr>
        <p:spPr>
          <a:xfrm>
            <a:off x="3081528" y="3442716"/>
            <a:ext cx="7406640" cy="384048"/>
          </a:xfrm>
          <a:prstGeom prst="rect">
            <a:avLst/>
          </a:prstGeom>
          <a:noFill/>
          <a:ln/>
        </p:spPr>
        <p:txBody>
          <a:bodyPr wrap="square" lIns="0" tIns="0" rIns="0" bIns="0" rtlCol="0" anchor="ctr">
            <a:normAutofit/>
          </a:bodyPr>
          <a:lstStyle/>
          <a:p>
            <a:pPr marL="0" indent="0">
              <a:buNone/>
            </a:pPr>
            <a:r>
              <a:rPr lang="en-US" sz="1320" dirty="0">
                <a:solidFill>
                  <a:srgbClr val="111111"/>
                </a:solidFill>
                <a:latin typeface="Aptos" pitchFamily="34" charset="0"/>
                <a:ea typeface="Aptos" pitchFamily="34" charset="-122"/>
                <a:cs typeface="Aptos" pitchFamily="34" charset="-120"/>
              </a:rPr>
              <a:t>Each available truck is evaluated using matching logic that adds or reduces score based on suitability.</a:t>
            </a:r>
            <a:endParaRPr lang="en-US" sz="1320" dirty="0"/>
          </a:p>
        </p:txBody>
      </p:sp>
      <p:sp>
        <p:nvSpPr>
          <p:cNvPr id="19" name="Shape 27">
            <a:extLst>
              <a:ext uri="{FF2B5EF4-FFF2-40B4-BE49-F238E27FC236}">
                <a16:creationId xmlns:a16="http://schemas.microsoft.com/office/drawing/2014/main" id="{A63069F7-C5D5-83EE-A042-1541D48E26D7}"/>
              </a:ext>
            </a:extLst>
          </p:cNvPr>
          <p:cNvSpPr/>
          <p:nvPr/>
        </p:nvSpPr>
        <p:spPr>
          <a:xfrm>
            <a:off x="868680" y="4274820"/>
            <a:ext cx="1417320" cy="621792"/>
          </a:xfrm>
          <a:prstGeom prst="roundRect">
            <a:avLst>
              <a:gd name="adj" fmla="val 8824"/>
            </a:avLst>
          </a:prstGeom>
          <a:solidFill>
            <a:srgbClr val="EDF3FF"/>
          </a:solidFill>
          <a:ln w="12700">
            <a:solidFill>
              <a:srgbClr val="E1E6EF"/>
            </a:solidFill>
            <a:prstDash val="solid"/>
          </a:ln>
        </p:spPr>
      </p:sp>
      <p:sp>
        <p:nvSpPr>
          <p:cNvPr id="20" name="Text 28">
            <a:extLst>
              <a:ext uri="{FF2B5EF4-FFF2-40B4-BE49-F238E27FC236}">
                <a16:creationId xmlns:a16="http://schemas.microsoft.com/office/drawing/2014/main" id="{8505F4B0-37D4-6F67-4CC0-D4C6D74DA918}"/>
              </a:ext>
            </a:extLst>
          </p:cNvPr>
          <p:cNvSpPr/>
          <p:nvPr/>
        </p:nvSpPr>
        <p:spPr>
          <a:xfrm>
            <a:off x="987552" y="4407408"/>
            <a:ext cx="1097280" cy="182880"/>
          </a:xfrm>
          <a:prstGeom prst="rect">
            <a:avLst/>
          </a:prstGeom>
          <a:noFill/>
          <a:ln/>
        </p:spPr>
        <p:txBody>
          <a:bodyPr wrap="square" lIns="0" tIns="0" rIns="0" bIns="0" rtlCol="0" anchor="ctr"/>
          <a:lstStyle/>
          <a:p>
            <a:pPr marL="0" indent="0">
              <a:buNone/>
            </a:pPr>
            <a:r>
              <a:rPr lang="en-US" sz="1450" b="1" dirty="0">
                <a:solidFill>
                  <a:srgbClr val="111111"/>
                </a:solidFill>
                <a:latin typeface="Aptos Display" pitchFamily="34" charset="0"/>
                <a:ea typeface="Aptos Display" pitchFamily="34" charset="-122"/>
                <a:cs typeface="Aptos Display" pitchFamily="34" charset="-120"/>
              </a:rPr>
              <a:t>4. Ranking</a:t>
            </a:r>
            <a:endParaRPr lang="en-US" sz="1450" dirty="0"/>
          </a:p>
        </p:txBody>
      </p:sp>
      <p:sp>
        <p:nvSpPr>
          <p:cNvPr id="21" name="Shape 29">
            <a:extLst>
              <a:ext uri="{FF2B5EF4-FFF2-40B4-BE49-F238E27FC236}">
                <a16:creationId xmlns:a16="http://schemas.microsoft.com/office/drawing/2014/main" id="{9AC10F0F-0FE6-F589-95F6-03472B25A6A1}"/>
              </a:ext>
            </a:extLst>
          </p:cNvPr>
          <p:cNvSpPr/>
          <p:nvPr/>
        </p:nvSpPr>
        <p:spPr>
          <a:xfrm>
            <a:off x="2395728" y="4576572"/>
            <a:ext cx="411480" cy="0"/>
          </a:xfrm>
          <a:prstGeom prst="line">
            <a:avLst/>
          </a:prstGeom>
          <a:noFill/>
          <a:ln w="12700">
            <a:solidFill>
              <a:srgbClr val="B5BDC9"/>
            </a:solidFill>
            <a:prstDash val="solid"/>
            <a:headEnd type="none"/>
            <a:tailEnd type="triangle"/>
          </a:ln>
        </p:spPr>
      </p:sp>
      <p:sp>
        <p:nvSpPr>
          <p:cNvPr id="22" name="Shape 30">
            <a:extLst>
              <a:ext uri="{FF2B5EF4-FFF2-40B4-BE49-F238E27FC236}">
                <a16:creationId xmlns:a16="http://schemas.microsoft.com/office/drawing/2014/main" id="{B6D22DFD-3A3A-FB0B-1402-A0E6BBD03D62}"/>
              </a:ext>
            </a:extLst>
          </p:cNvPr>
          <p:cNvSpPr/>
          <p:nvPr/>
        </p:nvSpPr>
        <p:spPr>
          <a:xfrm>
            <a:off x="2926080" y="4274820"/>
            <a:ext cx="7726680" cy="621792"/>
          </a:xfrm>
          <a:prstGeom prst="roundRect">
            <a:avLst>
              <a:gd name="adj" fmla="val 8824"/>
            </a:avLst>
          </a:prstGeom>
          <a:solidFill>
            <a:srgbClr val="FAFBFD"/>
          </a:solidFill>
          <a:ln w="12700">
            <a:solidFill>
              <a:srgbClr val="E3E6EB"/>
            </a:solidFill>
            <a:prstDash val="solid"/>
          </a:ln>
        </p:spPr>
      </p:sp>
      <p:sp>
        <p:nvSpPr>
          <p:cNvPr id="23" name="Text 31">
            <a:extLst>
              <a:ext uri="{FF2B5EF4-FFF2-40B4-BE49-F238E27FC236}">
                <a16:creationId xmlns:a16="http://schemas.microsoft.com/office/drawing/2014/main" id="{B7B39315-E0E2-FB2C-A1D6-43554330EDD1}"/>
              </a:ext>
            </a:extLst>
          </p:cNvPr>
          <p:cNvSpPr/>
          <p:nvPr/>
        </p:nvSpPr>
        <p:spPr>
          <a:xfrm>
            <a:off x="3081528" y="4384548"/>
            <a:ext cx="7406640" cy="384048"/>
          </a:xfrm>
          <a:prstGeom prst="rect">
            <a:avLst/>
          </a:prstGeom>
          <a:noFill/>
          <a:ln/>
        </p:spPr>
        <p:txBody>
          <a:bodyPr wrap="square" lIns="0" tIns="0" rIns="0" bIns="0" rtlCol="0" anchor="ctr">
            <a:normAutofit/>
          </a:bodyPr>
          <a:lstStyle/>
          <a:p>
            <a:pPr marL="0" indent="0">
              <a:buNone/>
            </a:pPr>
            <a:r>
              <a:rPr lang="en-US" sz="1320" dirty="0">
                <a:solidFill>
                  <a:srgbClr val="111111"/>
                </a:solidFill>
                <a:latin typeface="Aptos" pitchFamily="34" charset="0"/>
                <a:ea typeface="Aptos" pitchFamily="34" charset="-122"/>
                <a:cs typeface="Aptos" pitchFamily="34" charset="-120"/>
              </a:rPr>
              <a:t>All candidate trucks are sorted in descending order so that the best option appears first.</a:t>
            </a:r>
            <a:endParaRPr lang="en-US" sz="1320" dirty="0"/>
          </a:p>
        </p:txBody>
      </p:sp>
      <p:sp>
        <p:nvSpPr>
          <p:cNvPr id="24" name="Shape 32">
            <a:extLst>
              <a:ext uri="{FF2B5EF4-FFF2-40B4-BE49-F238E27FC236}">
                <a16:creationId xmlns:a16="http://schemas.microsoft.com/office/drawing/2014/main" id="{E60A7B73-BAEC-1EAF-2471-C32EC286F545}"/>
              </a:ext>
            </a:extLst>
          </p:cNvPr>
          <p:cNvSpPr/>
          <p:nvPr/>
        </p:nvSpPr>
        <p:spPr>
          <a:xfrm>
            <a:off x="868680" y="5321808"/>
            <a:ext cx="1417320" cy="621792"/>
          </a:xfrm>
          <a:prstGeom prst="roundRect">
            <a:avLst>
              <a:gd name="adj" fmla="val 8824"/>
            </a:avLst>
          </a:prstGeom>
          <a:solidFill>
            <a:srgbClr val="FFF1E6"/>
          </a:solidFill>
          <a:ln w="12700">
            <a:solidFill>
              <a:srgbClr val="E1E6EF"/>
            </a:solidFill>
            <a:prstDash val="solid"/>
          </a:ln>
        </p:spPr>
      </p:sp>
      <p:sp>
        <p:nvSpPr>
          <p:cNvPr id="25" name="Text 33">
            <a:extLst>
              <a:ext uri="{FF2B5EF4-FFF2-40B4-BE49-F238E27FC236}">
                <a16:creationId xmlns:a16="http://schemas.microsoft.com/office/drawing/2014/main" id="{9FFBE0EA-8DAC-A9BF-36ED-2A2142FEA0F2}"/>
              </a:ext>
            </a:extLst>
          </p:cNvPr>
          <p:cNvSpPr/>
          <p:nvPr/>
        </p:nvSpPr>
        <p:spPr>
          <a:xfrm>
            <a:off x="987552" y="5468112"/>
            <a:ext cx="1097280" cy="182880"/>
          </a:xfrm>
          <a:prstGeom prst="rect">
            <a:avLst/>
          </a:prstGeom>
          <a:noFill/>
          <a:ln/>
        </p:spPr>
        <p:txBody>
          <a:bodyPr wrap="square" lIns="0" tIns="0" rIns="0" bIns="0" rtlCol="0" anchor="ctr"/>
          <a:lstStyle/>
          <a:p>
            <a:pPr marL="0" indent="0">
              <a:buNone/>
            </a:pPr>
            <a:r>
              <a:rPr lang="en-US" sz="1450" b="1" dirty="0">
                <a:solidFill>
                  <a:srgbClr val="111111"/>
                </a:solidFill>
                <a:latin typeface="Aptos Display" pitchFamily="34" charset="0"/>
                <a:ea typeface="Aptos Display" pitchFamily="34" charset="-122"/>
                <a:cs typeface="Aptos Display" pitchFamily="34" charset="-120"/>
              </a:rPr>
              <a:t>5. Decision output</a:t>
            </a:r>
            <a:endParaRPr lang="en-US" sz="1450" dirty="0"/>
          </a:p>
        </p:txBody>
      </p:sp>
      <p:sp>
        <p:nvSpPr>
          <p:cNvPr id="26" name="Shape 34">
            <a:extLst>
              <a:ext uri="{FF2B5EF4-FFF2-40B4-BE49-F238E27FC236}">
                <a16:creationId xmlns:a16="http://schemas.microsoft.com/office/drawing/2014/main" id="{55DE4411-EE02-4D38-40A6-8F2659ED6925}"/>
              </a:ext>
            </a:extLst>
          </p:cNvPr>
          <p:cNvSpPr/>
          <p:nvPr/>
        </p:nvSpPr>
        <p:spPr>
          <a:xfrm>
            <a:off x="2395728" y="5623560"/>
            <a:ext cx="411480" cy="0"/>
          </a:xfrm>
          <a:prstGeom prst="line">
            <a:avLst/>
          </a:prstGeom>
          <a:noFill/>
          <a:ln w="12700">
            <a:solidFill>
              <a:srgbClr val="B5BDC9"/>
            </a:solidFill>
            <a:prstDash val="solid"/>
            <a:headEnd type="none"/>
            <a:tailEnd type="triangle"/>
          </a:ln>
        </p:spPr>
      </p:sp>
      <p:sp>
        <p:nvSpPr>
          <p:cNvPr id="27" name="Shape 35">
            <a:extLst>
              <a:ext uri="{FF2B5EF4-FFF2-40B4-BE49-F238E27FC236}">
                <a16:creationId xmlns:a16="http://schemas.microsoft.com/office/drawing/2014/main" id="{A638D812-F154-CD55-DF26-A640B3F7FC26}"/>
              </a:ext>
            </a:extLst>
          </p:cNvPr>
          <p:cNvSpPr/>
          <p:nvPr/>
        </p:nvSpPr>
        <p:spPr>
          <a:xfrm>
            <a:off x="2926080" y="5321808"/>
            <a:ext cx="7726680" cy="621792"/>
          </a:xfrm>
          <a:prstGeom prst="roundRect">
            <a:avLst>
              <a:gd name="adj" fmla="val 8824"/>
            </a:avLst>
          </a:prstGeom>
          <a:solidFill>
            <a:srgbClr val="FAFBFD"/>
          </a:solidFill>
          <a:ln w="12700">
            <a:solidFill>
              <a:srgbClr val="E3E6EB"/>
            </a:solidFill>
            <a:prstDash val="solid"/>
          </a:ln>
        </p:spPr>
      </p:sp>
      <p:sp>
        <p:nvSpPr>
          <p:cNvPr id="28" name="Text 36">
            <a:extLst>
              <a:ext uri="{FF2B5EF4-FFF2-40B4-BE49-F238E27FC236}">
                <a16:creationId xmlns:a16="http://schemas.microsoft.com/office/drawing/2014/main" id="{C1695E3D-55ED-C5D1-C3C9-D41DE2AEB6F6}"/>
              </a:ext>
            </a:extLst>
          </p:cNvPr>
          <p:cNvSpPr/>
          <p:nvPr/>
        </p:nvSpPr>
        <p:spPr>
          <a:xfrm>
            <a:off x="3081528" y="5431536"/>
            <a:ext cx="7406640" cy="384048"/>
          </a:xfrm>
          <a:prstGeom prst="rect">
            <a:avLst/>
          </a:prstGeom>
          <a:noFill/>
          <a:ln/>
        </p:spPr>
        <p:txBody>
          <a:bodyPr wrap="square" lIns="0" tIns="0" rIns="0" bIns="0" rtlCol="0" anchor="ctr">
            <a:normAutofit/>
          </a:bodyPr>
          <a:lstStyle/>
          <a:p>
            <a:pPr marL="0" indent="0">
              <a:buNone/>
            </a:pPr>
            <a:r>
              <a:rPr lang="en-US" sz="1320" dirty="0">
                <a:solidFill>
                  <a:srgbClr val="111111"/>
                </a:solidFill>
                <a:latin typeface="Aptos" pitchFamily="34" charset="0"/>
                <a:ea typeface="Aptos" pitchFamily="34" charset="-122"/>
                <a:cs typeface="Aptos" pitchFamily="34" charset="-120"/>
              </a:rPr>
              <a:t>The platform shows the final ranked results to support quick confirmation and booking.</a:t>
            </a:r>
            <a:endParaRPr lang="en-US" sz="1320" dirty="0"/>
          </a:p>
        </p:txBody>
      </p:sp>
    </p:spTree>
    <p:extLst>
      <p:ext uri="{BB962C8B-B14F-4D97-AF65-F5344CB8AC3E}">
        <p14:creationId xmlns:p14="http://schemas.microsoft.com/office/powerpoint/2010/main" val="3383306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CDA0E-35F7-1186-9A61-6B6EEB773E4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E20423-FC8E-3D82-9D85-90FC822A08BA}"/>
              </a:ext>
            </a:extLst>
          </p:cNvPr>
          <p:cNvSpPr>
            <a:spLocks noGrp="1"/>
          </p:cNvSpPr>
          <p:nvPr>
            <p:ph type="sldNum" sz="quarter" idx="14"/>
          </p:nvPr>
        </p:nvSpPr>
        <p:spPr/>
        <p:txBody>
          <a:bodyPr/>
          <a:lstStyle/>
          <a:p>
            <a:fld id="{45A3C14A-F937-4231-B6F1-40B429FAFB2F}" type="slidenum">
              <a:rPr lang="en-NZ" smtClean="0"/>
              <a:pPr/>
              <a:t>9</a:t>
            </a:fld>
            <a:endParaRPr lang="en-NZ" dirty="0"/>
          </a:p>
        </p:txBody>
      </p:sp>
      <p:sp>
        <p:nvSpPr>
          <p:cNvPr id="3" name="Text 11">
            <a:extLst>
              <a:ext uri="{FF2B5EF4-FFF2-40B4-BE49-F238E27FC236}">
                <a16:creationId xmlns:a16="http://schemas.microsoft.com/office/drawing/2014/main" id="{789D1FD1-DAE2-AB48-4F9B-D1EB9F4D0B14}"/>
              </a:ext>
            </a:extLst>
          </p:cNvPr>
          <p:cNvSpPr/>
          <p:nvPr/>
        </p:nvSpPr>
        <p:spPr>
          <a:xfrm>
            <a:off x="548640" y="685800"/>
            <a:ext cx="1370896" cy="411480"/>
          </a:xfrm>
          <a:prstGeom prst="rect">
            <a:avLst/>
          </a:prstGeom>
          <a:noFill/>
          <a:ln/>
        </p:spPr>
        <p:txBody>
          <a:bodyPr wrap="square" lIns="0" tIns="0" rIns="0" bIns="0" rtlCol="0" anchor="ctr"/>
          <a:lstStyle/>
          <a:p>
            <a:pPr marL="0" indent="0">
              <a:buNone/>
            </a:pPr>
            <a:r>
              <a:rPr lang="en-US" sz="2500" b="1" dirty="0">
                <a:solidFill>
                  <a:srgbClr val="111111"/>
                </a:solidFill>
                <a:latin typeface="Aptos Display" pitchFamily="34" charset="0"/>
                <a:ea typeface="Aptos Display" pitchFamily="34" charset="-122"/>
                <a:cs typeface="Aptos Display" pitchFamily="34" charset="-120"/>
              </a:rPr>
              <a:t>Dataset:</a:t>
            </a:r>
            <a:endParaRPr lang="en-US" sz="2500" dirty="0"/>
          </a:p>
        </p:txBody>
      </p:sp>
      <p:sp>
        <p:nvSpPr>
          <p:cNvPr id="4" name="Text 12">
            <a:extLst>
              <a:ext uri="{FF2B5EF4-FFF2-40B4-BE49-F238E27FC236}">
                <a16:creationId xmlns:a16="http://schemas.microsoft.com/office/drawing/2014/main" id="{5881AC07-DA73-70C8-861B-50DFDE0F8E75}"/>
              </a:ext>
            </a:extLst>
          </p:cNvPr>
          <p:cNvSpPr/>
          <p:nvPr/>
        </p:nvSpPr>
        <p:spPr>
          <a:xfrm>
            <a:off x="868680" y="1517904"/>
            <a:ext cx="10498466" cy="1828800"/>
          </a:xfrm>
          <a:prstGeom prst="rect">
            <a:avLst/>
          </a:prstGeom>
          <a:noFill/>
          <a:ln/>
        </p:spPr>
        <p:txBody>
          <a:bodyPr wrap="square" lIns="508" tIns="508" rIns="508" bIns="508" rtlCol="0" anchor="t">
            <a:normAutofit/>
          </a:bodyPr>
          <a:lstStyle/>
          <a:p>
            <a:pPr marL="0" indent="0" algn="just">
              <a:lnSpc>
                <a:spcPct val="110000"/>
              </a:lnSpc>
              <a:buNone/>
            </a:pPr>
            <a:r>
              <a:rPr lang="en-US" sz="1620" dirty="0">
                <a:solidFill>
                  <a:srgbClr val="111111"/>
                </a:solidFill>
                <a:latin typeface="Aptos" pitchFamily="34" charset="0"/>
                <a:ea typeface="Aptos" pitchFamily="34" charset="-122"/>
                <a:cs typeface="Aptos" pitchFamily="34" charset="-120"/>
              </a:rPr>
              <a:t>For the prototype, the dataset is a small but meaningful collection of sample truck records written directly inside the JavaScript code. Each record stores company name, registration number, truck capacity, current origin, travel route, cargo specialisation, available date, and driver name. This is enough to demonstrate how AI-style matching works before connecting the platform to a live database.</a:t>
            </a:r>
            <a:endParaRPr lang="en-US" sz="1620" dirty="0"/>
          </a:p>
        </p:txBody>
      </p:sp>
      <p:graphicFrame>
        <p:nvGraphicFramePr>
          <p:cNvPr id="5" name="Table 0">
            <a:extLst>
              <a:ext uri="{FF2B5EF4-FFF2-40B4-BE49-F238E27FC236}">
                <a16:creationId xmlns:a16="http://schemas.microsoft.com/office/drawing/2014/main" id="{45822952-A309-5B17-BBCF-617C2346EA23}"/>
              </a:ext>
            </a:extLst>
          </p:cNvPr>
          <p:cNvGraphicFramePr>
            <a:graphicFrameLocks noGrp="1"/>
          </p:cNvGraphicFramePr>
          <p:nvPr>
            <p:extLst>
              <p:ext uri="{D42A27DB-BD31-4B8C-83A1-F6EECF244321}">
                <p14:modId xmlns:p14="http://schemas.microsoft.com/office/powerpoint/2010/main" val="3076671383"/>
              </p:ext>
            </p:extLst>
          </p:nvPr>
        </p:nvGraphicFramePr>
        <p:xfrm>
          <a:off x="868680" y="2924944"/>
          <a:ext cx="10454639" cy="2415151"/>
        </p:xfrm>
        <a:graphic>
          <a:graphicData uri="http://schemas.openxmlformats.org/drawingml/2006/table">
            <a:tbl>
              <a:tblPr/>
              <a:tblGrid>
                <a:gridCol w="1880001">
                  <a:extLst>
                    <a:ext uri="{9D8B030D-6E8A-4147-A177-3AD203B41FA5}">
                      <a16:colId xmlns:a16="http://schemas.microsoft.com/office/drawing/2014/main" val="20000"/>
                    </a:ext>
                  </a:extLst>
                </a:gridCol>
                <a:gridCol w="825366">
                  <a:extLst>
                    <a:ext uri="{9D8B030D-6E8A-4147-A177-3AD203B41FA5}">
                      <a16:colId xmlns:a16="http://schemas.microsoft.com/office/drawing/2014/main" val="20001"/>
                    </a:ext>
                  </a:extLst>
                </a:gridCol>
                <a:gridCol w="4172685">
                  <a:extLst>
                    <a:ext uri="{9D8B030D-6E8A-4147-A177-3AD203B41FA5}">
                      <a16:colId xmlns:a16="http://schemas.microsoft.com/office/drawing/2014/main" val="20002"/>
                    </a:ext>
                  </a:extLst>
                </a:gridCol>
                <a:gridCol w="3576587">
                  <a:extLst>
                    <a:ext uri="{9D8B030D-6E8A-4147-A177-3AD203B41FA5}">
                      <a16:colId xmlns:a16="http://schemas.microsoft.com/office/drawing/2014/main" val="20003"/>
                    </a:ext>
                  </a:extLst>
                </a:gridCol>
              </a:tblGrid>
              <a:tr h="434471">
                <a:tc>
                  <a:txBody>
                    <a:bodyPr/>
                    <a:lstStyle/>
                    <a:p>
                      <a:pPr marL="0" indent="0">
                        <a:buNone/>
                      </a:pPr>
                      <a:r>
                        <a:rPr lang="en-US" sz="1130" b="1" dirty="0">
                          <a:solidFill>
                            <a:srgbClr val="FFFFFF"/>
                          </a:solidFill>
                          <a:latin typeface="Aptos" pitchFamily="34" charset="0"/>
                          <a:ea typeface="Aptos" pitchFamily="34" charset="-122"/>
                          <a:cs typeface="Aptos" pitchFamily="34" charset="-120"/>
                        </a:rPr>
                        <a:t>Company</a:t>
                      </a:r>
                      <a:endParaRPr lang="en-US" sz="1130" dirty="0">
                        <a:latin typeface="Aptos" charset="0"/>
                        <a:ea typeface="Aptos" charset="0"/>
                        <a:cs typeface="Aptos" charset="0"/>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8FB"/>
                    </a:solidFill>
                  </a:tcPr>
                </a:tc>
                <a:tc>
                  <a:txBody>
                    <a:bodyPr/>
                    <a:lstStyle/>
                    <a:p>
                      <a:pPr marL="0" indent="0">
                        <a:buNone/>
                      </a:pPr>
                      <a:r>
                        <a:rPr lang="en-US" sz="1130" b="1" dirty="0">
                          <a:solidFill>
                            <a:srgbClr val="FFFFFF"/>
                          </a:solidFill>
                          <a:latin typeface="Aptos" pitchFamily="34" charset="0"/>
                          <a:ea typeface="Aptos" pitchFamily="34" charset="-122"/>
                          <a:cs typeface="Aptos" pitchFamily="34" charset="-120"/>
                        </a:rPr>
                        <a:t>Capacity</a:t>
                      </a:r>
                      <a:endParaRPr lang="en-US" sz="1130" dirty="0">
                        <a:latin typeface="Aptos" charset="0"/>
                        <a:ea typeface="Aptos" charset="0"/>
                        <a:cs typeface="Aptos" charset="0"/>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8FB"/>
                    </a:solidFill>
                  </a:tcPr>
                </a:tc>
                <a:tc>
                  <a:txBody>
                    <a:bodyPr/>
                    <a:lstStyle/>
                    <a:p>
                      <a:pPr marL="0" indent="0">
                        <a:buNone/>
                      </a:pPr>
                      <a:r>
                        <a:rPr lang="en-US" sz="1130" b="1" dirty="0">
                          <a:solidFill>
                            <a:srgbClr val="FFFFFF"/>
                          </a:solidFill>
                          <a:latin typeface="Aptos" pitchFamily="34" charset="0"/>
                          <a:ea typeface="Aptos" pitchFamily="34" charset="-122"/>
                          <a:cs typeface="Aptos" pitchFamily="34" charset="-120"/>
                        </a:rPr>
                        <a:t>Route</a:t>
                      </a:r>
                      <a:endParaRPr lang="en-US" sz="1130" dirty="0">
                        <a:latin typeface="Aptos" charset="0"/>
                        <a:ea typeface="Aptos" charset="0"/>
                        <a:cs typeface="Aptos" charset="0"/>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8FB"/>
                    </a:solidFill>
                  </a:tcPr>
                </a:tc>
                <a:tc>
                  <a:txBody>
                    <a:bodyPr/>
                    <a:lstStyle/>
                    <a:p>
                      <a:pPr marL="0" indent="0">
                        <a:buNone/>
                      </a:pPr>
                      <a:r>
                        <a:rPr lang="en-US" sz="1130" b="1" dirty="0">
                          <a:solidFill>
                            <a:srgbClr val="FFFFFF"/>
                          </a:solidFill>
                          <a:latin typeface="Aptos" pitchFamily="34" charset="0"/>
                          <a:ea typeface="Aptos" pitchFamily="34" charset="-122"/>
                          <a:cs typeface="Aptos" pitchFamily="34" charset="-120"/>
                        </a:rPr>
                        <a:t>Cargo type</a:t>
                      </a:r>
                      <a:endParaRPr lang="en-US" sz="1130" dirty="0">
                        <a:latin typeface="Aptos" charset="0"/>
                        <a:ea typeface="Aptos" charset="0"/>
                        <a:cs typeface="Aptos" charset="0"/>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8FB"/>
                    </a:solidFill>
                  </a:tcPr>
                </a:tc>
                <a:extLst>
                  <a:ext uri="{0D108BD9-81ED-4DB2-BD59-A6C34878D82A}">
                    <a16:rowId xmlns:a16="http://schemas.microsoft.com/office/drawing/2014/main" val="10000"/>
                  </a:ext>
                </a:extLst>
              </a:tr>
              <a:tr h="396136">
                <a:tc>
                  <a:txBody>
                    <a:bodyPr/>
                    <a:lstStyle/>
                    <a:p>
                      <a:pPr marL="0" indent="0">
                        <a:buNone/>
                      </a:pPr>
                      <a:r>
                        <a:rPr lang="en-US" sz="1130" dirty="0">
                          <a:solidFill>
                            <a:srgbClr val="111111"/>
                          </a:solidFill>
                          <a:latin typeface="Aptos" pitchFamily="34" charset="0"/>
                          <a:ea typeface="Aptos" pitchFamily="34" charset="-122"/>
                          <a:cs typeface="Aptos" pitchFamily="34" charset="-120"/>
                        </a:rPr>
                        <a:t>Sharma Transport</a:t>
                      </a:r>
                      <a:endParaRPr lang="en-US" sz="1130" dirty="0">
                        <a:latin typeface="Aptos" charset="0"/>
                        <a:ea typeface="Aptos" charset="0"/>
                        <a:cs typeface="Aptos" charset="0"/>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8FB"/>
                    </a:solidFill>
                  </a:tcPr>
                </a:tc>
                <a:tc>
                  <a:txBody>
                    <a:bodyPr/>
                    <a:lstStyle/>
                    <a:p>
                      <a:pPr marL="0" indent="0">
                        <a:buNone/>
                      </a:pPr>
                      <a:r>
                        <a:rPr lang="en-US" sz="1130" dirty="0">
                          <a:solidFill>
                            <a:srgbClr val="111111"/>
                          </a:solidFill>
                          <a:latin typeface="Aptos" pitchFamily="34" charset="0"/>
                          <a:ea typeface="Aptos" pitchFamily="34" charset="-122"/>
                          <a:cs typeface="Aptos" pitchFamily="34" charset="-120"/>
                        </a:rPr>
                        <a:t>20T</a:t>
                      </a:r>
                      <a:endParaRPr lang="en-US" sz="1130" dirty="0">
                        <a:latin typeface="Aptos" charset="0"/>
                        <a:ea typeface="Aptos" charset="0"/>
                        <a:cs typeface="Aptos" charset="0"/>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8FB"/>
                    </a:solidFill>
                  </a:tcPr>
                </a:tc>
                <a:tc>
                  <a:txBody>
                    <a:bodyPr/>
                    <a:lstStyle/>
                    <a:p>
                      <a:pPr marL="0" indent="0">
                        <a:buNone/>
                      </a:pPr>
                      <a:r>
                        <a:rPr lang="en-US" sz="1130" dirty="0">
                          <a:solidFill>
                            <a:srgbClr val="111111"/>
                          </a:solidFill>
                          <a:latin typeface="Aptos" pitchFamily="34" charset="0"/>
                          <a:ea typeface="Aptos" pitchFamily="34" charset="-122"/>
                          <a:cs typeface="Aptos" pitchFamily="34" charset="-120"/>
                        </a:rPr>
                        <a:t>Mumbai → Pune → Hyderabad → Bangalore</a:t>
                      </a:r>
                      <a:endParaRPr lang="en-US" sz="1130" dirty="0">
                        <a:latin typeface="Aptos" charset="0"/>
                        <a:ea typeface="Aptos" charset="0"/>
                        <a:cs typeface="Aptos" charset="0"/>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8FB"/>
                    </a:solidFill>
                  </a:tcPr>
                </a:tc>
                <a:tc>
                  <a:txBody>
                    <a:bodyPr/>
                    <a:lstStyle/>
                    <a:p>
                      <a:pPr marL="0" indent="0">
                        <a:buNone/>
                      </a:pPr>
                      <a:r>
                        <a:rPr lang="en-US" sz="1130" dirty="0">
                          <a:solidFill>
                            <a:srgbClr val="111111"/>
                          </a:solidFill>
                          <a:latin typeface="Aptos" pitchFamily="34" charset="0"/>
                          <a:ea typeface="Aptos" pitchFamily="34" charset="-122"/>
                          <a:cs typeface="Aptos" pitchFamily="34" charset="-120"/>
                        </a:rPr>
                        <a:t>General goods, Chemicals</a:t>
                      </a:r>
                      <a:endParaRPr lang="en-US" sz="1130" dirty="0">
                        <a:latin typeface="Aptos" charset="0"/>
                        <a:ea typeface="Aptos" charset="0"/>
                        <a:cs typeface="Aptos" charset="0"/>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8FB"/>
                    </a:solidFill>
                  </a:tcPr>
                </a:tc>
                <a:extLst>
                  <a:ext uri="{0D108BD9-81ED-4DB2-BD59-A6C34878D82A}">
                    <a16:rowId xmlns:a16="http://schemas.microsoft.com/office/drawing/2014/main" val="10001"/>
                  </a:ext>
                </a:extLst>
              </a:tr>
              <a:tr h="396136">
                <a:tc>
                  <a:txBody>
                    <a:bodyPr/>
                    <a:lstStyle/>
                    <a:p>
                      <a:pPr marL="0" indent="0">
                        <a:buNone/>
                      </a:pPr>
                      <a:r>
                        <a:rPr lang="en-US" sz="1130" dirty="0">
                          <a:solidFill>
                            <a:srgbClr val="111111"/>
                          </a:solidFill>
                          <a:latin typeface="Aptos" pitchFamily="34" charset="0"/>
                          <a:ea typeface="Aptos" pitchFamily="34" charset="-122"/>
                          <a:cs typeface="Aptos" pitchFamily="34" charset="-120"/>
                        </a:rPr>
                        <a:t>Kumar Logistics</a:t>
                      </a:r>
                      <a:endParaRPr lang="en-US" sz="1130" dirty="0">
                        <a:latin typeface="Aptos" charset="0"/>
                        <a:ea typeface="Aptos" charset="0"/>
                        <a:cs typeface="Aptos" charset="0"/>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8FB"/>
                    </a:solidFill>
                  </a:tcPr>
                </a:tc>
                <a:tc>
                  <a:txBody>
                    <a:bodyPr/>
                    <a:lstStyle/>
                    <a:p>
                      <a:pPr marL="0" indent="0">
                        <a:buNone/>
                      </a:pPr>
                      <a:r>
                        <a:rPr lang="en-US" sz="1130" dirty="0">
                          <a:solidFill>
                            <a:srgbClr val="111111"/>
                          </a:solidFill>
                          <a:latin typeface="Aptos" pitchFamily="34" charset="0"/>
                          <a:ea typeface="Aptos" pitchFamily="34" charset="-122"/>
                          <a:cs typeface="Aptos" pitchFamily="34" charset="-120"/>
                        </a:rPr>
                        <a:t>10T</a:t>
                      </a:r>
                      <a:endParaRPr lang="en-US" sz="1130" dirty="0">
                        <a:latin typeface="Aptos" charset="0"/>
                        <a:ea typeface="Aptos" charset="0"/>
                        <a:cs typeface="Aptos" charset="0"/>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8FB"/>
                    </a:solidFill>
                  </a:tcPr>
                </a:tc>
                <a:tc>
                  <a:txBody>
                    <a:bodyPr/>
                    <a:lstStyle/>
                    <a:p>
                      <a:pPr marL="0" indent="0">
                        <a:buNone/>
                      </a:pPr>
                      <a:r>
                        <a:rPr lang="en-US" sz="1130" dirty="0">
                          <a:solidFill>
                            <a:srgbClr val="111111"/>
                          </a:solidFill>
                          <a:latin typeface="Aptos" pitchFamily="34" charset="0"/>
                          <a:ea typeface="Aptos" pitchFamily="34" charset="-122"/>
                          <a:cs typeface="Aptos" pitchFamily="34" charset="-120"/>
                        </a:rPr>
                        <a:t>Delhi → Jaipur → Ahmedabad → Mumbai</a:t>
                      </a:r>
                      <a:endParaRPr lang="en-US" sz="1130" dirty="0">
                        <a:latin typeface="Aptos" charset="0"/>
                        <a:ea typeface="Aptos" charset="0"/>
                        <a:cs typeface="Aptos" charset="0"/>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8FB"/>
                    </a:solidFill>
                  </a:tcPr>
                </a:tc>
                <a:tc>
                  <a:txBody>
                    <a:bodyPr/>
                    <a:lstStyle/>
                    <a:p>
                      <a:pPr marL="0" indent="0">
                        <a:buNone/>
                      </a:pPr>
                      <a:r>
                        <a:rPr lang="en-US" sz="1130" dirty="0">
                          <a:solidFill>
                            <a:srgbClr val="111111"/>
                          </a:solidFill>
                          <a:latin typeface="Aptos" pitchFamily="34" charset="0"/>
                          <a:ea typeface="Aptos" pitchFamily="34" charset="-122"/>
                          <a:cs typeface="Aptos" pitchFamily="34" charset="-120"/>
                        </a:rPr>
                        <a:t>General goods, Fragile items</a:t>
                      </a:r>
                      <a:endParaRPr lang="en-US" sz="1130" dirty="0">
                        <a:latin typeface="Aptos" charset="0"/>
                        <a:ea typeface="Aptos" charset="0"/>
                        <a:cs typeface="Aptos" charset="0"/>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8FB"/>
                    </a:solidFill>
                  </a:tcPr>
                </a:tc>
                <a:extLst>
                  <a:ext uri="{0D108BD9-81ED-4DB2-BD59-A6C34878D82A}">
                    <a16:rowId xmlns:a16="http://schemas.microsoft.com/office/drawing/2014/main" val="10002"/>
                  </a:ext>
                </a:extLst>
              </a:tr>
              <a:tr h="396136">
                <a:tc>
                  <a:txBody>
                    <a:bodyPr/>
                    <a:lstStyle/>
                    <a:p>
                      <a:pPr marL="0" indent="0">
                        <a:buNone/>
                      </a:pPr>
                      <a:r>
                        <a:rPr lang="en-US" sz="1130" dirty="0">
                          <a:solidFill>
                            <a:srgbClr val="111111"/>
                          </a:solidFill>
                          <a:latin typeface="Aptos" pitchFamily="34" charset="0"/>
                          <a:ea typeface="Aptos" pitchFamily="34" charset="-122"/>
                          <a:cs typeface="Aptos" pitchFamily="34" charset="-120"/>
                        </a:rPr>
                        <a:t>Patel Freight</a:t>
                      </a:r>
                      <a:endParaRPr lang="en-US" sz="1130" dirty="0">
                        <a:latin typeface="Aptos" charset="0"/>
                        <a:ea typeface="Aptos" charset="0"/>
                        <a:cs typeface="Aptos" charset="0"/>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8FB"/>
                    </a:solidFill>
                  </a:tcPr>
                </a:tc>
                <a:tc>
                  <a:txBody>
                    <a:bodyPr/>
                    <a:lstStyle/>
                    <a:p>
                      <a:pPr marL="0" indent="0">
                        <a:buNone/>
                      </a:pPr>
                      <a:r>
                        <a:rPr lang="en-US" sz="1130" dirty="0">
                          <a:solidFill>
                            <a:srgbClr val="111111"/>
                          </a:solidFill>
                          <a:latin typeface="Aptos" pitchFamily="34" charset="0"/>
                          <a:ea typeface="Aptos" pitchFamily="34" charset="-122"/>
                          <a:cs typeface="Aptos" pitchFamily="34" charset="-120"/>
                        </a:rPr>
                        <a:t>15T</a:t>
                      </a:r>
                      <a:endParaRPr lang="en-US" sz="1130" dirty="0">
                        <a:latin typeface="Aptos" charset="0"/>
                        <a:ea typeface="Aptos" charset="0"/>
                        <a:cs typeface="Aptos" charset="0"/>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8FB"/>
                    </a:solidFill>
                  </a:tcPr>
                </a:tc>
                <a:tc>
                  <a:txBody>
                    <a:bodyPr/>
                    <a:lstStyle/>
                    <a:p>
                      <a:pPr marL="0" indent="0">
                        <a:buNone/>
                      </a:pPr>
                      <a:r>
                        <a:rPr lang="en-US" sz="1130" dirty="0">
                          <a:solidFill>
                            <a:srgbClr val="111111"/>
                          </a:solidFill>
                          <a:latin typeface="Aptos" pitchFamily="34" charset="0"/>
                          <a:ea typeface="Aptos" pitchFamily="34" charset="-122"/>
                          <a:cs typeface="Aptos" pitchFamily="34" charset="-120"/>
                        </a:rPr>
                        <a:t>Ahmedabad → Mumbai → Pune → Bangalore</a:t>
                      </a:r>
                      <a:endParaRPr lang="en-US" sz="1130" dirty="0">
                        <a:latin typeface="Aptos" charset="0"/>
                        <a:ea typeface="Aptos" charset="0"/>
                        <a:cs typeface="Aptos" charset="0"/>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8FB"/>
                    </a:solidFill>
                  </a:tcPr>
                </a:tc>
                <a:tc>
                  <a:txBody>
                    <a:bodyPr/>
                    <a:lstStyle/>
                    <a:p>
                      <a:pPr marL="0" indent="0">
                        <a:buNone/>
                      </a:pPr>
                      <a:r>
                        <a:rPr lang="en-US" sz="1130" dirty="0">
                          <a:solidFill>
                            <a:srgbClr val="111111"/>
                          </a:solidFill>
                          <a:latin typeface="Aptos" pitchFamily="34" charset="0"/>
                          <a:ea typeface="Aptos" pitchFamily="34" charset="-122"/>
                          <a:cs typeface="Aptos" pitchFamily="34" charset="-120"/>
                        </a:rPr>
                        <a:t>General goods, Perishables</a:t>
                      </a:r>
                      <a:endParaRPr lang="en-US" sz="1130" dirty="0">
                        <a:latin typeface="Aptos" charset="0"/>
                        <a:ea typeface="Aptos" charset="0"/>
                        <a:cs typeface="Aptos" charset="0"/>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8FB"/>
                    </a:solidFill>
                  </a:tcPr>
                </a:tc>
                <a:extLst>
                  <a:ext uri="{0D108BD9-81ED-4DB2-BD59-A6C34878D82A}">
                    <a16:rowId xmlns:a16="http://schemas.microsoft.com/office/drawing/2014/main" val="10003"/>
                  </a:ext>
                </a:extLst>
              </a:tr>
              <a:tr h="396136">
                <a:tc>
                  <a:txBody>
                    <a:bodyPr/>
                    <a:lstStyle/>
                    <a:p>
                      <a:pPr marL="0" indent="0">
                        <a:buNone/>
                      </a:pPr>
                      <a:r>
                        <a:rPr lang="en-US" sz="1130" dirty="0">
                          <a:solidFill>
                            <a:srgbClr val="111111"/>
                          </a:solidFill>
                          <a:latin typeface="Aptos" pitchFamily="34" charset="0"/>
                          <a:ea typeface="Aptos" pitchFamily="34" charset="-122"/>
                          <a:cs typeface="Aptos" pitchFamily="34" charset="-120"/>
                        </a:rPr>
                        <a:t>Singh Carriers</a:t>
                      </a:r>
                      <a:endParaRPr lang="en-US" sz="1130" dirty="0">
                        <a:latin typeface="Aptos" charset="0"/>
                        <a:ea typeface="Aptos" charset="0"/>
                        <a:cs typeface="Aptos" charset="0"/>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8FB"/>
                    </a:solidFill>
                  </a:tcPr>
                </a:tc>
                <a:tc>
                  <a:txBody>
                    <a:bodyPr/>
                    <a:lstStyle/>
                    <a:p>
                      <a:pPr marL="0" indent="0">
                        <a:buNone/>
                      </a:pPr>
                      <a:r>
                        <a:rPr lang="en-US" sz="1130" dirty="0">
                          <a:solidFill>
                            <a:srgbClr val="111111"/>
                          </a:solidFill>
                          <a:latin typeface="Aptos" pitchFamily="34" charset="0"/>
                          <a:ea typeface="Aptos" pitchFamily="34" charset="-122"/>
                          <a:cs typeface="Aptos" pitchFamily="34" charset="-120"/>
                        </a:rPr>
                        <a:t>8T</a:t>
                      </a:r>
                      <a:endParaRPr lang="en-US" sz="1130" dirty="0">
                        <a:latin typeface="Aptos" charset="0"/>
                        <a:ea typeface="Aptos" charset="0"/>
                        <a:cs typeface="Aptos" charset="0"/>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8FB"/>
                    </a:solidFill>
                  </a:tcPr>
                </a:tc>
                <a:tc>
                  <a:txBody>
                    <a:bodyPr/>
                    <a:lstStyle/>
                    <a:p>
                      <a:pPr marL="0" indent="0">
                        <a:buNone/>
                      </a:pPr>
                      <a:r>
                        <a:rPr lang="en-US" sz="1130" dirty="0">
                          <a:solidFill>
                            <a:srgbClr val="111111"/>
                          </a:solidFill>
                          <a:latin typeface="Aptos" pitchFamily="34" charset="0"/>
                          <a:ea typeface="Aptos" pitchFamily="34" charset="-122"/>
                          <a:cs typeface="Aptos" pitchFamily="34" charset="-120"/>
                        </a:rPr>
                        <a:t>Mumbai → Bangalore → Chennai</a:t>
                      </a:r>
                      <a:endParaRPr lang="en-US" sz="1130" dirty="0">
                        <a:latin typeface="Aptos" charset="0"/>
                        <a:ea typeface="Aptos" charset="0"/>
                        <a:cs typeface="Aptos" charset="0"/>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8FB"/>
                    </a:solidFill>
                  </a:tcPr>
                </a:tc>
                <a:tc>
                  <a:txBody>
                    <a:bodyPr/>
                    <a:lstStyle/>
                    <a:p>
                      <a:pPr marL="0" indent="0">
                        <a:buNone/>
                      </a:pPr>
                      <a:r>
                        <a:rPr lang="en-US" sz="1130" dirty="0">
                          <a:solidFill>
                            <a:srgbClr val="111111"/>
                          </a:solidFill>
                          <a:latin typeface="Aptos" pitchFamily="34" charset="0"/>
                          <a:ea typeface="Aptos" pitchFamily="34" charset="-122"/>
                          <a:cs typeface="Aptos" pitchFamily="34" charset="-120"/>
                        </a:rPr>
                        <a:t>General goods, Fragile items</a:t>
                      </a:r>
                      <a:endParaRPr lang="en-US" sz="1130" dirty="0">
                        <a:latin typeface="Aptos" charset="0"/>
                        <a:ea typeface="Aptos" charset="0"/>
                        <a:cs typeface="Aptos" charset="0"/>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8FB"/>
                    </a:solidFill>
                  </a:tcPr>
                </a:tc>
                <a:extLst>
                  <a:ext uri="{0D108BD9-81ED-4DB2-BD59-A6C34878D82A}">
                    <a16:rowId xmlns:a16="http://schemas.microsoft.com/office/drawing/2014/main" val="10004"/>
                  </a:ext>
                </a:extLst>
              </a:tr>
              <a:tr h="396136">
                <a:tc>
                  <a:txBody>
                    <a:bodyPr/>
                    <a:lstStyle/>
                    <a:p>
                      <a:pPr marL="0" indent="0">
                        <a:buNone/>
                      </a:pPr>
                      <a:r>
                        <a:rPr lang="en-US" sz="1130" dirty="0">
                          <a:solidFill>
                            <a:srgbClr val="111111"/>
                          </a:solidFill>
                          <a:latin typeface="Aptos" pitchFamily="34" charset="0"/>
                          <a:ea typeface="Aptos" pitchFamily="34" charset="-122"/>
                          <a:cs typeface="Aptos" pitchFamily="34" charset="-120"/>
                        </a:rPr>
                        <a:t>Reddy Express</a:t>
                      </a:r>
                      <a:endParaRPr lang="en-US" sz="1130" dirty="0">
                        <a:latin typeface="Aptos" charset="0"/>
                        <a:ea typeface="Aptos" charset="0"/>
                        <a:cs typeface="Aptos" charset="0"/>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8FB"/>
                    </a:solidFill>
                  </a:tcPr>
                </a:tc>
                <a:tc>
                  <a:txBody>
                    <a:bodyPr/>
                    <a:lstStyle/>
                    <a:p>
                      <a:pPr marL="0" indent="0">
                        <a:buNone/>
                      </a:pPr>
                      <a:r>
                        <a:rPr lang="en-US" sz="1130" dirty="0">
                          <a:solidFill>
                            <a:srgbClr val="111111"/>
                          </a:solidFill>
                          <a:latin typeface="Aptos" pitchFamily="34" charset="0"/>
                          <a:ea typeface="Aptos" pitchFamily="34" charset="-122"/>
                          <a:cs typeface="Aptos" pitchFamily="34" charset="-120"/>
                        </a:rPr>
                        <a:t>18T</a:t>
                      </a:r>
                      <a:endParaRPr lang="en-US" sz="1130" dirty="0">
                        <a:latin typeface="Aptos" charset="0"/>
                        <a:ea typeface="Aptos" charset="0"/>
                        <a:cs typeface="Aptos" charset="0"/>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8FB"/>
                    </a:solidFill>
                  </a:tcPr>
                </a:tc>
                <a:tc>
                  <a:txBody>
                    <a:bodyPr/>
                    <a:lstStyle/>
                    <a:p>
                      <a:pPr marL="0" indent="0">
                        <a:buNone/>
                      </a:pPr>
                      <a:r>
                        <a:rPr lang="en-US" sz="1130" dirty="0">
                          <a:solidFill>
                            <a:srgbClr val="111111"/>
                          </a:solidFill>
                          <a:latin typeface="Aptos" pitchFamily="34" charset="0"/>
                          <a:ea typeface="Aptos" pitchFamily="34" charset="-122"/>
                          <a:cs typeface="Aptos" pitchFamily="34" charset="-120"/>
                        </a:rPr>
                        <a:t>Hyderabad → Bangalore → Chennai</a:t>
                      </a:r>
                      <a:endParaRPr lang="en-US" sz="1130" dirty="0">
                        <a:latin typeface="Aptos" charset="0"/>
                        <a:ea typeface="Aptos" charset="0"/>
                        <a:cs typeface="Aptos" charset="0"/>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8FB"/>
                    </a:solidFill>
                  </a:tcPr>
                </a:tc>
                <a:tc>
                  <a:txBody>
                    <a:bodyPr/>
                    <a:lstStyle/>
                    <a:p>
                      <a:pPr marL="0" indent="0">
                        <a:buNone/>
                      </a:pPr>
                      <a:r>
                        <a:rPr lang="en-US" sz="1130" dirty="0">
                          <a:solidFill>
                            <a:srgbClr val="111111"/>
                          </a:solidFill>
                          <a:latin typeface="Aptos" pitchFamily="34" charset="0"/>
                          <a:ea typeface="Aptos" pitchFamily="34" charset="-122"/>
                          <a:cs typeface="Aptos" pitchFamily="34" charset="-120"/>
                        </a:rPr>
                        <a:t>Perishables, Chemicals</a:t>
                      </a:r>
                      <a:endParaRPr lang="en-US" sz="1130" dirty="0">
                        <a:latin typeface="Aptos" charset="0"/>
                        <a:ea typeface="Aptos" charset="0"/>
                        <a:cs typeface="Aptos" charset="0"/>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8FB"/>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268782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98F4C-0A32-87DE-6FDF-61B2DB50694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4BE6D47-5F8D-5356-5C7E-97CE25818A37}"/>
              </a:ext>
            </a:extLst>
          </p:cNvPr>
          <p:cNvSpPr>
            <a:spLocks noGrp="1"/>
          </p:cNvSpPr>
          <p:nvPr>
            <p:ph type="sldNum" sz="quarter" idx="14"/>
          </p:nvPr>
        </p:nvSpPr>
        <p:spPr/>
        <p:txBody>
          <a:bodyPr/>
          <a:lstStyle/>
          <a:p>
            <a:fld id="{45A3C14A-F937-4231-B6F1-40B429FAFB2F}" type="slidenum">
              <a:rPr lang="en-NZ" smtClean="0"/>
              <a:pPr/>
              <a:t>10</a:t>
            </a:fld>
            <a:endParaRPr lang="en-NZ" dirty="0"/>
          </a:p>
        </p:txBody>
      </p:sp>
      <p:sp>
        <p:nvSpPr>
          <p:cNvPr id="3" name="Text 11">
            <a:extLst>
              <a:ext uri="{FF2B5EF4-FFF2-40B4-BE49-F238E27FC236}">
                <a16:creationId xmlns:a16="http://schemas.microsoft.com/office/drawing/2014/main" id="{CCB04A4E-0315-514C-A0AC-7EEAA5D8B85D}"/>
              </a:ext>
            </a:extLst>
          </p:cNvPr>
          <p:cNvSpPr/>
          <p:nvPr/>
        </p:nvSpPr>
        <p:spPr>
          <a:xfrm>
            <a:off x="548640" y="685800"/>
            <a:ext cx="3675152" cy="411480"/>
          </a:xfrm>
          <a:prstGeom prst="rect">
            <a:avLst/>
          </a:prstGeom>
          <a:noFill/>
          <a:ln/>
        </p:spPr>
        <p:txBody>
          <a:bodyPr wrap="square" lIns="0" tIns="0" rIns="0" bIns="0" rtlCol="0" anchor="ctr"/>
          <a:lstStyle/>
          <a:p>
            <a:pPr marL="0" indent="0">
              <a:buNone/>
            </a:pPr>
            <a:r>
              <a:rPr lang="en-US" sz="2500" b="1" dirty="0">
                <a:solidFill>
                  <a:srgbClr val="111111"/>
                </a:solidFill>
                <a:latin typeface="Aptos Display" pitchFamily="34" charset="0"/>
                <a:ea typeface="Aptos Display" pitchFamily="34" charset="-122"/>
                <a:cs typeface="Aptos Display" pitchFamily="34" charset="-120"/>
              </a:rPr>
              <a:t>All Modules Explanation:</a:t>
            </a:r>
            <a:endParaRPr lang="en-US" sz="2500" dirty="0"/>
          </a:p>
        </p:txBody>
      </p:sp>
      <p:sp>
        <p:nvSpPr>
          <p:cNvPr id="4" name="Shape 12">
            <a:extLst>
              <a:ext uri="{FF2B5EF4-FFF2-40B4-BE49-F238E27FC236}">
                <a16:creationId xmlns:a16="http://schemas.microsoft.com/office/drawing/2014/main" id="{78BE9331-5BEA-EBDF-9518-ED4568FA841A}"/>
              </a:ext>
            </a:extLst>
          </p:cNvPr>
          <p:cNvSpPr/>
          <p:nvPr/>
        </p:nvSpPr>
        <p:spPr>
          <a:xfrm>
            <a:off x="868680" y="1536192"/>
            <a:ext cx="4892040" cy="1170432"/>
          </a:xfrm>
          <a:prstGeom prst="roundRect">
            <a:avLst>
              <a:gd name="adj" fmla="val 6250"/>
            </a:avLst>
          </a:prstGeom>
          <a:solidFill>
            <a:srgbClr val="EDF3FF"/>
          </a:solidFill>
          <a:ln w="12700">
            <a:solidFill>
              <a:srgbClr val="E3E6EB"/>
            </a:solidFill>
            <a:prstDash val="solid"/>
          </a:ln>
        </p:spPr>
      </p:sp>
      <p:sp>
        <p:nvSpPr>
          <p:cNvPr id="5" name="Text 13">
            <a:extLst>
              <a:ext uri="{FF2B5EF4-FFF2-40B4-BE49-F238E27FC236}">
                <a16:creationId xmlns:a16="http://schemas.microsoft.com/office/drawing/2014/main" id="{F2A9D88C-45FB-A20B-D7C8-2D24987FB07E}"/>
              </a:ext>
            </a:extLst>
          </p:cNvPr>
          <p:cNvSpPr/>
          <p:nvPr/>
        </p:nvSpPr>
        <p:spPr>
          <a:xfrm>
            <a:off x="1033272" y="1655064"/>
            <a:ext cx="4562856" cy="228600"/>
          </a:xfrm>
          <a:prstGeom prst="rect">
            <a:avLst/>
          </a:prstGeom>
          <a:noFill/>
          <a:ln/>
        </p:spPr>
        <p:txBody>
          <a:bodyPr wrap="square" lIns="0" tIns="0" rIns="0" bIns="0" rtlCol="0" anchor="ctr"/>
          <a:lstStyle/>
          <a:p>
            <a:pPr marL="0" indent="0">
              <a:buNone/>
            </a:pPr>
            <a:r>
              <a:rPr lang="en-US" sz="1600" b="1" dirty="0">
                <a:solidFill>
                  <a:srgbClr val="3B67B6"/>
                </a:solidFill>
                <a:latin typeface="Aptos Display" pitchFamily="34" charset="0"/>
                <a:ea typeface="Aptos Display" pitchFamily="34" charset="-122"/>
                <a:cs typeface="Aptos Display" pitchFamily="34" charset="-120"/>
              </a:rPr>
              <a:t>Home Page</a:t>
            </a:r>
            <a:endParaRPr lang="en-US" sz="1600" dirty="0"/>
          </a:p>
        </p:txBody>
      </p:sp>
      <p:sp>
        <p:nvSpPr>
          <p:cNvPr id="6" name="Text 14">
            <a:extLst>
              <a:ext uri="{FF2B5EF4-FFF2-40B4-BE49-F238E27FC236}">
                <a16:creationId xmlns:a16="http://schemas.microsoft.com/office/drawing/2014/main" id="{0BABB434-F7F2-52B1-F04D-1CC685CFC5FB}"/>
              </a:ext>
            </a:extLst>
          </p:cNvPr>
          <p:cNvSpPr/>
          <p:nvPr/>
        </p:nvSpPr>
        <p:spPr>
          <a:xfrm>
            <a:off x="1033272" y="1920240"/>
            <a:ext cx="4562856" cy="694944"/>
          </a:xfrm>
          <a:prstGeom prst="rect">
            <a:avLst/>
          </a:prstGeom>
          <a:noFill/>
          <a:ln/>
        </p:spPr>
        <p:txBody>
          <a:bodyPr wrap="square" lIns="254" tIns="254" rIns="254" bIns="254" rtlCol="0" anchor="t">
            <a:normAutofit/>
          </a:bodyPr>
          <a:lstStyle/>
          <a:p>
            <a:pPr marL="0" indent="0">
              <a:lnSpc>
                <a:spcPct val="105000"/>
              </a:lnSpc>
              <a:buNone/>
            </a:pPr>
            <a:r>
              <a:rPr lang="en-US" sz="1280" dirty="0">
                <a:solidFill>
                  <a:srgbClr val="111111"/>
                </a:solidFill>
                <a:latin typeface="Aptos" pitchFamily="34" charset="0"/>
                <a:ea typeface="Aptos" pitchFamily="34" charset="-122"/>
                <a:cs typeface="Aptos" pitchFamily="34" charset="-120"/>
              </a:rPr>
              <a:t>Introduces the platform, its benefits, and the main navigation options.</a:t>
            </a:r>
            <a:endParaRPr lang="en-US" sz="1280" dirty="0"/>
          </a:p>
        </p:txBody>
      </p:sp>
      <p:sp>
        <p:nvSpPr>
          <p:cNvPr id="7" name="Shape 15">
            <a:extLst>
              <a:ext uri="{FF2B5EF4-FFF2-40B4-BE49-F238E27FC236}">
                <a16:creationId xmlns:a16="http://schemas.microsoft.com/office/drawing/2014/main" id="{A790AE33-551A-7313-1C0D-C700EF7E4EE5}"/>
              </a:ext>
            </a:extLst>
          </p:cNvPr>
          <p:cNvSpPr/>
          <p:nvPr/>
        </p:nvSpPr>
        <p:spPr>
          <a:xfrm>
            <a:off x="6373368" y="1536192"/>
            <a:ext cx="4892040" cy="1170432"/>
          </a:xfrm>
          <a:prstGeom prst="roundRect">
            <a:avLst>
              <a:gd name="adj" fmla="val 6250"/>
            </a:avLst>
          </a:prstGeom>
          <a:solidFill>
            <a:srgbClr val="EDF3FF"/>
          </a:solidFill>
          <a:ln w="12700">
            <a:solidFill>
              <a:srgbClr val="E3E6EB"/>
            </a:solidFill>
            <a:prstDash val="solid"/>
          </a:ln>
        </p:spPr>
      </p:sp>
      <p:sp>
        <p:nvSpPr>
          <p:cNvPr id="8" name="Text 16">
            <a:extLst>
              <a:ext uri="{FF2B5EF4-FFF2-40B4-BE49-F238E27FC236}">
                <a16:creationId xmlns:a16="http://schemas.microsoft.com/office/drawing/2014/main" id="{D47774ED-2278-158B-DD9B-90CA51F5ECA4}"/>
              </a:ext>
            </a:extLst>
          </p:cNvPr>
          <p:cNvSpPr/>
          <p:nvPr/>
        </p:nvSpPr>
        <p:spPr>
          <a:xfrm>
            <a:off x="6537960" y="1655064"/>
            <a:ext cx="4562856" cy="228600"/>
          </a:xfrm>
          <a:prstGeom prst="rect">
            <a:avLst/>
          </a:prstGeom>
          <a:noFill/>
          <a:ln/>
        </p:spPr>
        <p:txBody>
          <a:bodyPr wrap="square" lIns="0" tIns="0" rIns="0" bIns="0" rtlCol="0" anchor="ctr"/>
          <a:lstStyle/>
          <a:p>
            <a:pPr marL="0" indent="0">
              <a:buNone/>
            </a:pPr>
            <a:r>
              <a:rPr lang="en-US" sz="1600" b="1" dirty="0">
                <a:solidFill>
                  <a:srgbClr val="3B67B6"/>
                </a:solidFill>
                <a:latin typeface="Aptos Display" pitchFamily="34" charset="0"/>
                <a:ea typeface="Aptos Display" pitchFamily="34" charset="-122"/>
                <a:cs typeface="Aptos Display" pitchFamily="34" charset="-120"/>
              </a:rPr>
              <a:t>Post a Load</a:t>
            </a:r>
            <a:endParaRPr lang="en-US" sz="1600" dirty="0"/>
          </a:p>
        </p:txBody>
      </p:sp>
      <p:sp>
        <p:nvSpPr>
          <p:cNvPr id="9" name="Text 17">
            <a:extLst>
              <a:ext uri="{FF2B5EF4-FFF2-40B4-BE49-F238E27FC236}">
                <a16:creationId xmlns:a16="http://schemas.microsoft.com/office/drawing/2014/main" id="{B0B107C2-FD9C-29F9-97F0-349FE5144521}"/>
              </a:ext>
            </a:extLst>
          </p:cNvPr>
          <p:cNvSpPr/>
          <p:nvPr/>
        </p:nvSpPr>
        <p:spPr>
          <a:xfrm>
            <a:off x="6537960" y="1920240"/>
            <a:ext cx="4562856" cy="694944"/>
          </a:xfrm>
          <a:prstGeom prst="rect">
            <a:avLst/>
          </a:prstGeom>
          <a:noFill/>
          <a:ln/>
        </p:spPr>
        <p:txBody>
          <a:bodyPr wrap="square" lIns="254" tIns="254" rIns="254" bIns="254" rtlCol="0" anchor="t">
            <a:normAutofit/>
          </a:bodyPr>
          <a:lstStyle/>
          <a:p>
            <a:pPr marL="0" indent="0">
              <a:lnSpc>
                <a:spcPct val="105000"/>
              </a:lnSpc>
              <a:buNone/>
            </a:pPr>
            <a:r>
              <a:rPr lang="en-US" sz="1280" dirty="0">
                <a:solidFill>
                  <a:srgbClr val="111111"/>
                </a:solidFill>
                <a:latin typeface="Aptos" pitchFamily="34" charset="0"/>
                <a:ea typeface="Aptos" pitchFamily="34" charset="-122"/>
                <a:cs typeface="Aptos" pitchFamily="34" charset="-120"/>
              </a:rPr>
              <a:t>Allows shippers to enter pickup city, destination, weight, cargo type, and date.</a:t>
            </a:r>
            <a:endParaRPr lang="en-US" sz="1280" dirty="0"/>
          </a:p>
        </p:txBody>
      </p:sp>
      <p:sp>
        <p:nvSpPr>
          <p:cNvPr id="10" name="Shape 18">
            <a:extLst>
              <a:ext uri="{FF2B5EF4-FFF2-40B4-BE49-F238E27FC236}">
                <a16:creationId xmlns:a16="http://schemas.microsoft.com/office/drawing/2014/main" id="{47BCA52E-CEEF-24EA-F93C-22A67183CA70}"/>
              </a:ext>
            </a:extLst>
          </p:cNvPr>
          <p:cNvSpPr/>
          <p:nvPr/>
        </p:nvSpPr>
        <p:spPr>
          <a:xfrm>
            <a:off x="868680" y="2953512"/>
            <a:ext cx="4892040" cy="1170432"/>
          </a:xfrm>
          <a:prstGeom prst="roundRect">
            <a:avLst>
              <a:gd name="adj" fmla="val 6250"/>
            </a:avLst>
          </a:prstGeom>
          <a:solidFill>
            <a:srgbClr val="ECFCF8"/>
          </a:solidFill>
          <a:ln w="12700">
            <a:solidFill>
              <a:srgbClr val="E3E6EB"/>
            </a:solidFill>
            <a:prstDash val="solid"/>
          </a:ln>
        </p:spPr>
      </p:sp>
      <p:sp>
        <p:nvSpPr>
          <p:cNvPr id="11" name="Text 19">
            <a:extLst>
              <a:ext uri="{FF2B5EF4-FFF2-40B4-BE49-F238E27FC236}">
                <a16:creationId xmlns:a16="http://schemas.microsoft.com/office/drawing/2014/main" id="{7144737B-5EE0-E17C-DDE5-3F63EC1C45FA}"/>
              </a:ext>
            </a:extLst>
          </p:cNvPr>
          <p:cNvSpPr/>
          <p:nvPr/>
        </p:nvSpPr>
        <p:spPr>
          <a:xfrm>
            <a:off x="1033272" y="3072384"/>
            <a:ext cx="4562856" cy="228600"/>
          </a:xfrm>
          <a:prstGeom prst="rect">
            <a:avLst/>
          </a:prstGeom>
          <a:noFill/>
          <a:ln/>
        </p:spPr>
        <p:txBody>
          <a:bodyPr wrap="square" lIns="0" tIns="0" rIns="0" bIns="0" rtlCol="0" anchor="ctr"/>
          <a:lstStyle/>
          <a:p>
            <a:pPr marL="0" indent="0">
              <a:buNone/>
            </a:pPr>
            <a:r>
              <a:rPr lang="en-US" sz="1600" b="1" dirty="0">
                <a:solidFill>
                  <a:srgbClr val="12C8B3"/>
                </a:solidFill>
                <a:latin typeface="Aptos Display" pitchFamily="34" charset="0"/>
                <a:ea typeface="Aptos Display" pitchFamily="34" charset="-122"/>
                <a:cs typeface="Aptos Display" pitchFamily="34" charset="-120"/>
              </a:rPr>
              <a:t>Register Truck</a:t>
            </a:r>
            <a:endParaRPr lang="en-US" sz="1600" dirty="0"/>
          </a:p>
        </p:txBody>
      </p:sp>
      <p:sp>
        <p:nvSpPr>
          <p:cNvPr id="12" name="Text 20">
            <a:extLst>
              <a:ext uri="{FF2B5EF4-FFF2-40B4-BE49-F238E27FC236}">
                <a16:creationId xmlns:a16="http://schemas.microsoft.com/office/drawing/2014/main" id="{859E695E-23C9-244E-9571-8BB6DA26BD55}"/>
              </a:ext>
            </a:extLst>
          </p:cNvPr>
          <p:cNvSpPr/>
          <p:nvPr/>
        </p:nvSpPr>
        <p:spPr>
          <a:xfrm>
            <a:off x="1033272" y="3337560"/>
            <a:ext cx="4562856" cy="694944"/>
          </a:xfrm>
          <a:prstGeom prst="rect">
            <a:avLst/>
          </a:prstGeom>
          <a:noFill/>
          <a:ln/>
        </p:spPr>
        <p:txBody>
          <a:bodyPr wrap="square" lIns="254" tIns="254" rIns="254" bIns="254" rtlCol="0" anchor="t">
            <a:normAutofit/>
          </a:bodyPr>
          <a:lstStyle/>
          <a:p>
            <a:pPr marL="0" indent="0">
              <a:lnSpc>
                <a:spcPct val="105000"/>
              </a:lnSpc>
              <a:buNone/>
            </a:pPr>
            <a:r>
              <a:rPr lang="en-US" sz="1280" dirty="0">
                <a:solidFill>
                  <a:srgbClr val="111111"/>
                </a:solidFill>
                <a:latin typeface="Aptos" pitchFamily="34" charset="0"/>
                <a:ea typeface="Aptos" pitchFamily="34" charset="-122"/>
                <a:cs typeface="Aptos" pitchFamily="34" charset="-120"/>
              </a:rPr>
              <a:t>Allows truck owners to enter capacity, route, availability, and driver details.</a:t>
            </a:r>
            <a:endParaRPr lang="en-US" sz="1280" dirty="0"/>
          </a:p>
        </p:txBody>
      </p:sp>
      <p:sp>
        <p:nvSpPr>
          <p:cNvPr id="13" name="Shape 21">
            <a:extLst>
              <a:ext uri="{FF2B5EF4-FFF2-40B4-BE49-F238E27FC236}">
                <a16:creationId xmlns:a16="http://schemas.microsoft.com/office/drawing/2014/main" id="{89873051-62B0-ED8B-670A-B9F0BDF33E15}"/>
              </a:ext>
            </a:extLst>
          </p:cNvPr>
          <p:cNvSpPr/>
          <p:nvPr/>
        </p:nvSpPr>
        <p:spPr>
          <a:xfrm>
            <a:off x="6373368" y="2953512"/>
            <a:ext cx="4892040" cy="1170432"/>
          </a:xfrm>
          <a:prstGeom prst="roundRect">
            <a:avLst>
              <a:gd name="adj" fmla="val 6250"/>
            </a:avLst>
          </a:prstGeom>
          <a:solidFill>
            <a:srgbClr val="ECFCF8"/>
          </a:solidFill>
          <a:ln w="12700">
            <a:solidFill>
              <a:srgbClr val="E3E6EB"/>
            </a:solidFill>
            <a:prstDash val="solid"/>
          </a:ln>
        </p:spPr>
      </p:sp>
      <p:sp>
        <p:nvSpPr>
          <p:cNvPr id="14" name="Text 22">
            <a:extLst>
              <a:ext uri="{FF2B5EF4-FFF2-40B4-BE49-F238E27FC236}">
                <a16:creationId xmlns:a16="http://schemas.microsoft.com/office/drawing/2014/main" id="{58953D70-F0F5-1B35-3FDA-22A240160A1F}"/>
              </a:ext>
            </a:extLst>
          </p:cNvPr>
          <p:cNvSpPr/>
          <p:nvPr/>
        </p:nvSpPr>
        <p:spPr>
          <a:xfrm>
            <a:off x="6537960" y="3072384"/>
            <a:ext cx="4562856" cy="228600"/>
          </a:xfrm>
          <a:prstGeom prst="rect">
            <a:avLst/>
          </a:prstGeom>
          <a:noFill/>
          <a:ln/>
        </p:spPr>
        <p:txBody>
          <a:bodyPr wrap="square" lIns="0" tIns="0" rIns="0" bIns="0" rtlCol="0" anchor="ctr"/>
          <a:lstStyle/>
          <a:p>
            <a:pPr marL="0" indent="0">
              <a:buNone/>
            </a:pPr>
            <a:r>
              <a:rPr lang="en-US" sz="1600" b="1" dirty="0">
                <a:solidFill>
                  <a:srgbClr val="12C8B3"/>
                </a:solidFill>
                <a:latin typeface="Aptos Display" pitchFamily="34" charset="0"/>
                <a:ea typeface="Aptos Display" pitchFamily="34" charset="-122"/>
                <a:cs typeface="Aptos Display" pitchFamily="34" charset="-120"/>
              </a:rPr>
              <a:t>AI Match Engine</a:t>
            </a:r>
            <a:endParaRPr lang="en-US" sz="1600" dirty="0"/>
          </a:p>
        </p:txBody>
      </p:sp>
      <p:sp>
        <p:nvSpPr>
          <p:cNvPr id="15" name="Text 23">
            <a:extLst>
              <a:ext uri="{FF2B5EF4-FFF2-40B4-BE49-F238E27FC236}">
                <a16:creationId xmlns:a16="http://schemas.microsoft.com/office/drawing/2014/main" id="{8D0F6016-8CD3-02AD-0035-BF0680400996}"/>
              </a:ext>
            </a:extLst>
          </p:cNvPr>
          <p:cNvSpPr/>
          <p:nvPr/>
        </p:nvSpPr>
        <p:spPr>
          <a:xfrm>
            <a:off x="6537960" y="3337560"/>
            <a:ext cx="4562856" cy="694944"/>
          </a:xfrm>
          <a:prstGeom prst="rect">
            <a:avLst/>
          </a:prstGeom>
          <a:noFill/>
          <a:ln/>
        </p:spPr>
        <p:txBody>
          <a:bodyPr wrap="square" lIns="254" tIns="254" rIns="254" bIns="254" rtlCol="0" anchor="t">
            <a:normAutofit/>
          </a:bodyPr>
          <a:lstStyle/>
          <a:p>
            <a:pPr marL="0" indent="0">
              <a:lnSpc>
                <a:spcPct val="105000"/>
              </a:lnSpc>
              <a:buNone/>
            </a:pPr>
            <a:r>
              <a:rPr lang="en-US" sz="1280" dirty="0">
                <a:solidFill>
                  <a:srgbClr val="111111"/>
                </a:solidFill>
                <a:latin typeface="Aptos" pitchFamily="34" charset="0"/>
                <a:ea typeface="Aptos" pitchFamily="34" charset="-122"/>
                <a:cs typeface="Aptos" pitchFamily="34" charset="-120"/>
              </a:rPr>
              <a:t>Processes the available data and calculates a score for every truck.</a:t>
            </a:r>
            <a:endParaRPr lang="en-US" sz="1280" dirty="0"/>
          </a:p>
        </p:txBody>
      </p:sp>
      <p:sp>
        <p:nvSpPr>
          <p:cNvPr id="16" name="Shape 24">
            <a:extLst>
              <a:ext uri="{FF2B5EF4-FFF2-40B4-BE49-F238E27FC236}">
                <a16:creationId xmlns:a16="http://schemas.microsoft.com/office/drawing/2014/main" id="{A1FCFA2E-A932-EEBC-D9FF-D77E6672C182}"/>
              </a:ext>
            </a:extLst>
          </p:cNvPr>
          <p:cNvSpPr/>
          <p:nvPr/>
        </p:nvSpPr>
        <p:spPr>
          <a:xfrm>
            <a:off x="868680" y="4370832"/>
            <a:ext cx="4892040" cy="1170432"/>
          </a:xfrm>
          <a:prstGeom prst="roundRect">
            <a:avLst>
              <a:gd name="adj" fmla="val 6250"/>
            </a:avLst>
          </a:prstGeom>
          <a:solidFill>
            <a:srgbClr val="FFF1E6"/>
          </a:solidFill>
          <a:ln w="12700">
            <a:solidFill>
              <a:srgbClr val="E3E6EB"/>
            </a:solidFill>
            <a:prstDash val="solid"/>
          </a:ln>
        </p:spPr>
      </p:sp>
      <p:sp>
        <p:nvSpPr>
          <p:cNvPr id="17" name="Text 25">
            <a:extLst>
              <a:ext uri="{FF2B5EF4-FFF2-40B4-BE49-F238E27FC236}">
                <a16:creationId xmlns:a16="http://schemas.microsoft.com/office/drawing/2014/main" id="{156C8CB7-8055-EFFD-97FB-E5C011D1DD64}"/>
              </a:ext>
            </a:extLst>
          </p:cNvPr>
          <p:cNvSpPr/>
          <p:nvPr/>
        </p:nvSpPr>
        <p:spPr>
          <a:xfrm>
            <a:off x="1033272" y="4489704"/>
            <a:ext cx="4562856" cy="228600"/>
          </a:xfrm>
          <a:prstGeom prst="rect">
            <a:avLst/>
          </a:prstGeom>
          <a:noFill/>
          <a:ln/>
        </p:spPr>
        <p:txBody>
          <a:bodyPr wrap="square" lIns="0" tIns="0" rIns="0" bIns="0" rtlCol="0" anchor="ctr"/>
          <a:lstStyle/>
          <a:p>
            <a:pPr marL="0" indent="0">
              <a:buNone/>
            </a:pPr>
            <a:r>
              <a:rPr lang="en-US" sz="1600" b="1" dirty="0">
                <a:solidFill>
                  <a:srgbClr val="E8732A"/>
                </a:solidFill>
                <a:latin typeface="Aptos Display" pitchFamily="34" charset="0"/>
                <a:ea typeface="Aptos Display" pitchFamily="34" charset="-122"/>
                <a:cs typeface="Aptos Display" pitchFamily="34" charset="-120"/>
              </a:rPr>
              <a:t>Match Results</a:t>
            </a:r>
            <a:endParaRPr lang="en-US" sz="1600" dirty="0"/>
          </a:p>
        </p:txBody>
      </p:sp>
      <p:sp>
        <p:nvSpPr>
          <p:cNvPr id="18" name="Text 26">
            <a:extLst>
              <a:ext uri="{FF2B5EF4-FFF2-40B4-BE49-F238E27FC236}">
                <a16:creationId xmlns:a16="http://schemas.microsoft.com/office/drawing/2014/main" id="{D8271BB8-2DED-DF81-452B-5EAADF1E4829}"/>
              </a:ext>
            </a:extLst>
          </p:cNvPr>
          <p:cNvSpPr/>
          <p:nvPr/>
        </p:nvSpPr>
        <p:spPr>
          <a:xfrm>
            <a:off x="1033272" y="4754880"/>
            <a:ext cx="4562856" cy="694944"/>
          </a:xfrm>
          <a:prstGeom prst="rect">
            <a:avLst/>
          </a:prstGeom>
          <a:noFill/>
          <a:ln/>
        </p:spPr>
        <p:txBody>
          <a:bodyPr wrap="square" lIns="254" tIns="254" rIns="254" bIns="254" rtlCol="0" anchor="t">
            <a:normAutofit/>
          </a:bodyPr>
          <a:lstStyle/>
          <a:p>
            <a:pPr marL="0" indent="0">
              <a:lnSpc>
                <a:spcPct val="105000"/>
              </a:lnSpc>
              <a:buNone/>
            </a:pPr>
            <a:r>
              <a:rPr lang="en-US" sz="1280" dirty="0">
                <a:solidFill>
                  <a:srgbClr val="111111"/>
                </a:solidFill>
                <a:latin typeface="Aptos" pitchFamily="34" charset="0"/>
                <a:ea typeface="Aptos" pitchFamily="34" charset="-122"/>
                <a:cs typeface="Aptos" pitchFamily="34" charset="-120"/>
              </a:rPr>
              <a:t>Shows ranked trucks with match score, explanation, and suitability breakdown.</a:t>
            </a:r>
            <a:endParaRPr lang="en-US" sz="1280" dirty="0"/>
          </a:p>
        </p:txBody>
      </p:sp>
      <p:sp>
        <p:nvSpPr>
          <p:cNvPr id="19" name="Shape 27">
            <a:extLst>
              <a:ext uri="{FF2B5EF4-FFF2-40B4-BE49-F238E27FC236}">
                <a16:creationId xmlns:a16="http://schemas.microsoft.com/office/drawing/2014/main" id="{B2562EE0-48D7-6F06-1942-46143E65AC96}"/>
              </a:ext>
            </a:extLst>
          </p:cNvPr>
          <p:cNvSpPr/>
          <p:nvPr/>
        </p:nvSpPr>
        <p:spPr>
          <a:xfrm>
            <a:off x="6373368" y="4370832"/>
            <a:ext cx="4892040" cy="1170432"/>
          </a:xfrm>
          <a:prstGeom prst="roundRect">
            <a:avLst>
              <a:gd name="adj" fmla="val 6250"/>
            </a:avLst>
          </a:prstGeom>
          <a:solidFill>
            <a:srgbClr val="FFF1E6"/>
          </a:solidFill>
          <a:ln w="12700">
            <a:solidFill>
              <a:srgbClr val="E3E6EB"/>
            </a:solidFill>
            <a:prstDash val="solid"/>
          </a:ln>
        </p:spPr>
      </p:sp>
      <p:sp>
        <p:nvSpPr>
          <p:cNvPr id="20" name="Text 28">
            <a:extLst>
              <a:ext uri="{FF2B5EF4-FFF2-40B4-BE49-F238E27FC236}">
                <a16:creationId xmlns:a16="http://schemas.microsoft.com/office/drawing/2014/main" id="{264F4611-A65C-581B-F9F4-109A3B897914}"/>
              </a:ext>
            </a:extLst>
          </p:cNvPr>
          <p:cNvSpPr/>
          <p:nvPr/>
        </p:nvSpPr>
        <p:spPr>
          <a:xfrm>
            <a:off x="6537960" y="4489704"/>
            <a:ext cx="4562856" cy="228600"/>
          </a:xfrm>
          <a:prstGeom prst="rect">
            <a:avLst/>
          </a:prstGeom>
          <a:noFill/>
          <a:ln/>
        </p:spPr>
        <p:txBody>
          <a:bodyPr wrap="square" lIns="0" tIns="0" rIns="0" bIns="0" rtlCol="0" anchor="ctr"/>
          <a:lstStyle/>
          <a:p>
            <a:pPr marL="0" indent="0">
              <a:buNone/>
            </a:pPr>
            <a:r>
              <a:rPr lang="en-US" sz="1600" b="1" dirty="0">
                <a:solidFill>
                  <a:srgbClr val="E8732A"/>
                </a:solidFill>
                <a:latin typeface="Aptos Display" pitchFamily="34" charset="0"/>
                <a:ea typeface="Aptos Display" pitchFamily="34" charset="-122"/>
                <a:cs typeface="Aptos Display" pitchFamily="34" charset="-120"/>
              </a:rPr>
              <a:t>Future Analytics</a:t>
            </a:r>
            <a:endParaRPr lang="en-US" sz="1600" dirty="0"/>
          </a:p>
        </p:txBody>
      </p:sp>
      <p:sp>
        <p:nvSpPr>
          <p:cNvPr id="21" name="Text 29">
            <a:extLst>
              <a:ext uri="{FF2B5EF4-FFF2-40B4-BE49-F238E27FC236}">
                <a16:creationId xmlns:a16="http://schemas.microsoft.com/office/drawing/2014/main" id="{098A3388-C3B6-9344-0A6F-2F22C345CD98}"/>
              </a:ext>
            </a:extLst>
          </p:cNvPr>
          <p:cNvSpPr/>
          <p:nvPr/>
        </p:nvSpPr>
        <p:spPr>
          <a:xfrm>
            <a:off x="6537960" y="4754880"/>
            <a:ext cx="4562856" cy="694944"/>
          </a:xfrm>
          <a:prstGeom prst="rect">
            <a:avLst/>
          </a:prstGeom>
          <a:noFill/>
          <a:ln/>
        </p:spPr>
        <p:txBody>
          <a:bodyPr wrap="square" lIns="254" tIns="254" rIns="254" bIns="254" rtlCol="0" anchor="t">
            <a:normAutofit/>
          </a:bodyPr>
          <a:lstStyle/>
          <a:p>
            <a:pPr marL="0" indent="0">
              <a:lnSpc>
                <a:spcPct val="105000"/>
              </a:lnSpc>
              <a:buNone/>
            </a:pPr>
            <a:r>
              <a:rPr lang="en-US" sz="1280" dirty="0">
                <a:solidFill>
                  <a:srgbClr val="111111"/>
                </a:solidFill>
                <a:latin typeface="Aptos" pitchFamily="34" charset="0"/>
                <a:ea typeface="Aptos" pitchFamily="34" charset="-122"/>
                <a:cs typeface="Aptos" pitchFamily="34" charset="-120"/>
              </a:rPr>
              <a:t>Can later report utilisation, fuel savings, revenue trend, and empty-trip reduction.</a:t>
            </a:r>
            <a:endParaRPr lang="en-US" sz="1280" dirty="0"/>
          </a:p>
        </p:txBody>
      </p:sp>
    </p:spTree>
    <p:extLst>
      <p:ext uri="{BB962C8B-B14F-4D97-AF65-F5344CB8AC3E}">
        <p14:creationId xmlns:p14="http://schemas.microsoft.com/office/powerpoint/2010/main" val="31312084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9DF422-E23A-A2A2-DA7C-679C50B842F3}"/>
              </a:ext>
            </a:extLst>
          </p:cNvPr>
          <p:cNvSpPr>
            <a:spLocks noGrp="1"/>
          </p:cNvSpPr>
          <p:nvPr>
            <p:ph type="sldNum" sz="quarter" idx="14"/>
          </p:nvPr>
        </p:nvSpPr>
        <p:spPr/>
        <p:txBody>
          <a:bodyPr/>
          <a:lstStyle/>
          <a:p>
            <a:fld id="{45A3C14A-F937-4231-B6F1-40B429FAFB2F}" type="slidenum">
              <a:rPr lang="en-NZ" smtClean="0"/>
              <a:pPr/>
              <a:t>11</a:t>
            </a:fld>
            <a:endParaRPr lang="en-NZ" dirty="0"/>
          </a:p>
        </p:txBody>
      </p:sp>
      <p:sp>
        <p:nvSpPr>
          <p:cNvPr id="5" name="Text 11">
            <a:extLst>
              <a:ext uri="{FF2B5EF4-FFF2-40B4-BE49-F238E27FC236}">
                <a16:creationId xmlns:a16="http://schemas.microsoft.com/office/drawing/2014/main" id="{5BC89570-024E-5E99-E4F4-FD33CC6EB4E9}"/>
              </a:ext>
            </a:extLst>
          </p:cNvPr>
          <p:cNvSpPr/>
          <p:nvPr/>
        </p:nvSpPr>
        <p:spPr>
          <a:xfrm>
            <a:off x="548640" y="685800"/>
            <a:ext cx="7498080" cy="411480"/>
          </a:xfrm>
          <a:prstGeom prst="rect">
            <a:avLst/>
          </a:prstGeom>
          <a:noFill/>
          <a:ln/>
        </p:spPr>
        <p:txBody>
          <a:bodyPr wrap="square" lIns="0" tIns="0" rIns="0" bIns="0" rtlCol="0" anchor="ctr"/>
          <a:lstStyle/>
          <a:p>
            <a:pPr marL="0" indent="0">
              <a:buNone/>
            </a:pPr>
            <a:r>
              <a:rPr lang="en-US" sz="2500" b="1" dirty="0">
                <a:solidFill>
                  <a:srgbClr val="111111"/>
                </a:solidFill>
                <a:latin typeface="Aptos Display" pitchFamily="34" charset="0"/>
                <a:ea typeface="Aptos Display" pitchFamily="34" charset="-122"/>
                <a:cs typeface="Aptos Display" pitchFamily="34" charset="-120"/>
              </a:rPr>
              <a:t>Conclusions and Application Development Progress:</a:t>
            </a:r>
            <a:endParaRPr lang="en-US" sz="2500" dirty="0"/>
          </a:p>
        </p:txBody>
      </p:sp>
      <p:sp>
        <p:nvSpPr>
          <p:cNvPr id="6" name="Text 12">
            <a:extLst>
              <a:ext uri="{FF2B5EF4-FFF2-40B4-BE49-F238E27FC236}">
                <a16:creationId xmlns:a16="http://schemas.microsoft.com/office/drawing/2014/main" id="{82843602-7C63-E410-1D83-D58821E8FCA7}"/>
              </a:ext>
            </a:extLst>
          </p:cNvPr>
          <p:cNvSpPr/>
          <p:nvPr/>
        </p:nvSpPr>
        <p:spPr>
          <a:xfrm>
            <a:off x="819924" y="1575460"/>
            <a:ext cx="6955512" cy="2235704"/>
          </a:xfrm>
          <a:prstGeom prst="rect">
            <a:avLst/>
          </a:prstGeom>
          <a:noFill/>
          <a:ln/>
        </p:spPr>
        <p:txBody>
          <a:bodyPr wrap="square" lIns="508" tIns="508" rIns="508" bIns="508" rtlCol="0" anchor="t">
            <a:normAutofit/>
          </a:bodyPr>
          <a:lstStyle/>
          <a:p>
            <a:pPr marL="0" indent="0" algn="just">
              <a:lnSpc>
                <a:spcPct val="110000"/>
              </a:lnSpc>
              <a:buNone/>
            </a:pPr>
            <a:r>
              <a:rPr lang="en-US" sz="1620" dirty="0">
                <a:solidFill>
                  <a:srgbClr val="111111"/>
                </a:solidFill>
                <a:latin typeface="Aptos" pitchFamily="34" charset="0"/>
                <a:ea typeface="Aptos" pitchFamily="34" charset="-122"/>
                <a:cs typeface="Aptos" pitchFamily="34" charset="-120"/>
              </a:rPr>
              <a:t>The project successfully demonstrates how AI-style matching can improve day-to-day logistics decisions for small trucking businesses. The prototype is already capable of collecting load details, registering trucks, and displaying ranked matches in a way that is easy to explain and easy to use. Even in this early stage, the system clearly shows how digital matching can reduce manual effort, improve truck utilisation, and support better profitability.</a:t>
            </a:r>
            <a:endParaRPr lang="en-US" sz="1620" dirty="0"/>
          </a:p>
        </p:txBody>
      </p:sp>
      <p:sp>
        <p:nvSpPr>
          <p:cNvPr id="7" name="Text 13">
            <a:extLst>
              <a:ext uri="{FF2B5EF4-FFF2-40B4-BE49-F238E27FC236}">
                <a16:creationId xmlns:a16="http://schemas.microsoft.com/office/drawing/2014/main" id="{12A3B514-DB6C-558D-8662-14E43B93CDBD}"/>
              </a:ext>
            </a:extLst>
          </p:cNvPr>
          <p:cNvSpPr/>
          <p:nvPr/>
        </p:nvSpPr>
        <p:spPr>
          <a:xfrm>
            <a:off x="8349626" y="1187952"/>
            <a:ext cx="2194560" cy="228600"/>
          </a:xfrm>
          <a:prstGeom prst="rect">
            <a:avLst/>
          </a:prstGeom>
          <a:noFill/>
          <a:ln/>
        </p:spPr>
        <p:txBody>
          <a:bodyPr wrap="square" lIns="0" tIns="0" rIns="0" bIns="0" rtlCol="0" anchor="ctr"/>
          <a:lstStyle/>
          <a:p>
            <a:pPr marL="0" indent="0">
              <a:buNone/>
            </a:pPr>
            <a:r>
              <a:rPr lang="en-US" sz="1650" b="1" dirty="0">
                <a:solidFill>
                  <a:srgbClr val="E8732A"/>
                </a:solidFill>
                <a:latin typeface="Aptos Display" pitchFamily="34" charset="0"/>
                <a:ea typeface="Aptos Display" pitchFamily="34" charset="-122"/>
                <a:cs typeface="Aptos Display" pitchFamily="34" charset="-120"/>
              </a:rPr>
              <a:t>Application progress:</a:t>
            </a:r>
            <a:endParaRPr lang="en-US" sz="1650" dirty="0"/>
          </a:p>
        </p:txBody>
      </p:sp>
      <p:sp>
        <p:nvSpPr>
          <p:cNvPr id="8" name="Text 15">
            <a:extLst>
              <a:ext uri="{FF2B5EF4-FFF2-40B4-BE49-F238E27FC236}">
                <a16:creationId xmlns:a16="http://schemas.microsoft.com/office/drawing/2014/main" id="{2FE0E413-7A63-985E-6AED-F2F24BC5C1E4}"/>
              </a:ext>
            </a:extLst>
          </p:cNvPr>
          <p:cNvSpPr/>
          <p:nvPr/>
        </p:nvSpPr>
        <p:spPr>
          <a:xfrm>
            <a:off x="8349626" y="1837176"/>
            <a:ext cx="3017520" cy="237744"/>
          </a:xfrm>
          <a:prstGeom prst="rect">
            <a:avLst/>
          </a:prstGeom>
          <a:noFill/>
          <a:ln/>
        </p:spPr>
        <p:txBody>
          <a:bodyPr wrap="square" lIns="0" tIns="0" rIns="0" bIns="0" rtlCol="0" anchor="ctr"/>
          <a:lstStyle/>
          <a:p>
            <a:pPr marL="0" indent="0">
              <a:buNone/>
            </a:pPr>
            <a:r>
              <a:rPr lang="en-US" sz="1400" b="1" dirty="0">
                <a:solidFill>
                  <a:srgbClr val="111111"/>
                </a:solidFill>
                <a:latin typeface="Aptos" pitchFamily="34" charset="0"/>
                <a:ea typeface="Aptos" pitchFamily="34" charset="-122"/>
                <a:cs typeface="Aptos" pitchFamily="34" charset="-120"/>
              </a:rPr>
              <a:t>Problem identified</a:t>
            </a:r>
            <a:endParaRPr lang="en-US" sz="1400" dirty="0"/>
          </a:p>
        </p:txBody>
      </p:sp>
      <p:sp>
        <p:nvSpPr>
          <p:cNvPr id="9" name="Text 17">
            <a:extLst>
              <a:ext uri="{FF2B5EF4-FFF2-40B4-BE49-F238E27FC236}">
                <a16:creationId xmlns:a16="http://schemas.microsoft.com/office/drawing/2014/main" id="{54031EBA-9174-49B6-05DF-C149A416D2D4}"/>
              </a:ext>
            </a:extLst>
          </p:cNvPr>
          <p:cNvSpPr/>
          <p:nvPr/>
        </p:nvSpPr>
        <p:spPr>
          <a:xfrm>
            <a:off x="8349626" y="2495544"/>
            <a:ext cx="3017520" cy="237744"/>
          </a:xfrm>
          <a:prstGeom prst="rect">
            <a:avLst/>
          </a:prstGeom>
          <a:noFill/>
          <a:ln/>
        </p:spPr>
        <p:txBody>
          <a:bodyPr wrap="square" lIns="0" tIns="0" rIns="0" bIns="0" rtlCol="0" anchor="ctr"/>
          <a:lstStyle/>
          <a:p>
            <a:pPr marL="0" indent="0">
              <a:buNone/>
            </a:pPr>
            <a:r>
              <a:rPr lang="en-US" sz="1400" b="1" dirty="0">
                <a:solidFill>
                  <a:srgbClr val="111111"/>
                </a:solidFill>
                <a:latin typeface="Aptos" pitchFamily="34" charset="0"/>
                <a:ea typeface="Aptos" pitchFamily="34" charset="-122"/>
                <a:cs typeface="Aptos" pitchFamily="34" charset="-120"/>
              </a:rPr>
              <a:t>User understanding completed</a:t>
            </a:r>
            <a:endParaRPr lang="en-US" sz="1400" dirty="0"/>
          </a:p>
        </p:txBody>
      </p:sp>
      <p:sp>
        <p:nvSpPr>
          <p:cNvPr id="10" name="Text 19">
            <a:extLst>
              <a:ext uri="{FF2B5EF4-FFF2-40B4-BE49-F238E27FC236}">
                <a16:creationId xmlns:a16="http://schemas.microsoft.com/office/drawing/2014/main" id="{7DDDC119-F3F2-BF24-39AA-D6BF811410AC}"/>
              </a:ext>
            </a:extLst>
          </p:cNvPr>
          <p:cNvSpPr/>
          <p:nvPr/>
        </p:nvSpPr>
        <p:spPr>
          <a:xfrm>
            <a:off x="8349626" y="3153912"/>
            <a:ext cx="3017520" cy="237744"/>
          </a:xfrm>
          <a:prstGeom prst="rect">
            <a:avLst/>
          </a:prstGeom>
          <a:noFill/>
          <a:ln/>
        </p:spPr>
        <p:txBody>
          <a:bodyPr wrap="square" lIns="0" tIns="0" rIns="0" bIns="0" rtlCol="0" anchor="ctr"/>
          <a:lstStyle/>
          <a:p>
            <a:pPr marL="0" indent="0">
              <a:buNone/>
            </a:pPr>
            <a:r>
              <a:rPr lang="en-US" sz="1400" b="1" dirty="0">
                <a:solidFill>
                  <a:srgbClr val="111111"/>
                </a:solidFill>
                <a:latin typeface="Aptos" pitchFamily="34" charset="0"/>
                <a:ea typeface="Aptos" pitchFamily="34" charset="-122"/>
                <a:cs typeface="Aptos" pitchFamily="34" charset="-120"/>
              </a:rPr>
              <a:t>Prototype UI developed</a:t>
            </a:r>
            <a:endParaRPr lang="en-US" sz="1400" dirty="0"/>
          </a:p>
        </p:txBody>
      </p:sp>
      <p:sp>
        <p:nvSpPr>
          <p:cNvPr id="11" name="Text 21">
            <a:extLst>
              <a:ext uri="{FF2B5EF4-FFF2-40B4-BE49-F238E27FC236}">
                <a16:creationId xmlns:a16="http://schemas.microsoft.com/office/drawing/2014/main" id="{AF1D92CF-24B4-CDDE-34BE-11BCCCA3B789}"/>
              </a:ext>
            </a:extLst>
          </p:cNvPr>
          <p:cNvSpPr/>
          <p:nvPr/>
        </p:nvSpPr>
        <p:spPr>
          <a:xfrm>
            <a:off x="8349626" y="3812280"/>
            <a:ext cx="3017520" cy="237744"/>
          </a:xfrm>
          <a:prstGeom prst="rect">
            <a:avLst/>
          </a:prstGeom>
          <a:noFill/>
          <a:ln/>
        </p:spPr>
        <p:txBody>
          <a:bodyPr wrap="square" lIns="0" tIns="0" rIns="0" bIns="0" rtlCol="0" anchor="ctr"/>
          <a:lstStyle/>
          <a:p>
            <a:pPr marL="0" indent="0">
              <a:buNone/>
            </a:pPr>
            <a:r>
              <a:rPr lang="en-US" sz="1400" b="1" dirty="0">
                <a:solidFill>
                  <a:srgbClr val="111111"/>
                </a:solidFill>
                <a:latin typeface="Aptos" pitchFamily="34" charset="0"/>
                <a:ea typeface="Aptos" pitchFamily="34" charset="-122"/>
                <a:cs typeface="Aptos" pitchFamily="34" charset="-120"/>
              </a:rPr>
              <a:t>AI scoring logic implemented</a:t>
            </a:r>
            <a:endParaRPr lang="en-US" sz="1400" dirty="0"/>
          </a:p>
        </p:txBody>
      </p:sp>
      <p:sp>
        <p:nvSpPr>
          <p:cNvPr id="12" name="Text 23">
            <a:extLst>
              <a:ext uri="{FF2B5EF4-FFF2-40B4-BE49-F238E27FC236}">
                <a16:creationId xmlns:a16="http://schemas.microsoft.com/office/drawing/2014/main" id="{B79549C0-195A-2FF8-4889-411B9285542D}"/>
              </a:ext>
            </a:extLst>
          </p:cNvPr>
          <p:cNvSpPr/>
          <p:nvPr/>
        </p:nvSpPr>
        <p:spPr>
          <a:xfrm>
            <a:off x="8349626" y="4470648"/>
            <a:ext cx="3017520" cy="237744"/>
          </a:xfrm>
          <a:prstGeom prst="rect">
            <a:avLst/>
          </a:prstGeom>
          <a:noFill/>
          <a:ln/>
        </p:spPr>
        <p:txBody>
          <a:bodyPr wrap="square" lIns="0" tIns="0" rIns="0" bIns="0" rtlCol="0" anchor="ctr"/>
          <a:lstStyle/>
          <a:p>
            <a:pPr marL="0" indent="0">
              <a:buNone/>
            </a:pPr>
            <a:r>
              <a:rPr lang="en-US" sz="1400" b="1" dirty="0">
                <a:solidFill>
                  <a:srgbClr val="111111"/>
                </a:solidFill>
                <a:latin typeface="Aptos" pitchFamily="34" charset="0"/>
                <a:ea typeface="Aptos" pitchFamily="34" charset="-122"/>
                <a:cs typeface="Aptos" pitchFamily="34" charset="-120"/>
              </a:rPr>
              <a:t>Demo-ready workflow available</a:t>
            </a:r>
            <a:endParaRPr lang="en-US" sz="1400" b="1" dirty="0"/>
          </a:p>
        </p:txBody>
      </p:sp>
      <p:sp>
        <p:nvSpPr>
          <p:cNvPr id="13" name="Shape 24">
            <a:extLst>
              <a:ext uri="{FF2B5EF4-FFF2-40B4-BE49-F238E27FC236}">
                <a16:creationId xmlns:a16="http://schemas.microsoft.com/office/drawing/2014/main" id="{EDD2DB8B-BFBE-BA93-8B10-6E0507F8F33B}"/>
              </a:ext>
            </a:extLst>
          </p:cNvPr>
          <p:cNvSpPr/>
          <p:nvPr/>
        </p:nvSpPr>
        <p:spPr>
          <a:xfrm>
            <a:off x="1310640" y="4059936"/>
            <a:ext cx="5073391" cy="1627632"/>
          </a:xfrm>
          <a:prstGeom prst="roundRect">
            <a:avLst>
              <a:gd name="adj" fmla="val 9756"/>
            </a:avLst>
          </a:prstGeom>
          <a:solidFill>
            <a:srgbClr val="FFF5F6"/>
          </a:solidFill>
          <a:ln w="12700">
            <a:solidFill>
              <a:srgbClr val="E3E6EB"/>
            </a:solidFill>
            <a:prstDash val="solid"/>
          </a:ln>
        </p:spPr>
      </p:sp>
      <p:sp>
        <p:nvSpPr>
          <p:cNvPr id="14" name="Text 25">
            <a:extLst>
              <a:ext uri="{FF2B5EF4-FFF2-40B4-BE49-F238E27FC236}">
                <a16:creationId xmlns:a16="http://schemas.microsoft.com/office/drawing/2014/main" id="{E3EBC7F4-679A-CD07-02D1-26AD293E6FA7}"/>
              </a:ext>
            </a:extLst>
          </p:cNvPr>
          <p:cNvSpPr/>
          <p:nvPr/>
        </p:nvSpPr>
        <p:spPr>
          <a:xfrm>
            <a:off x="1628392" y="4321656"/>
            <a:ext cx="3419856" cy="228600"/>
          </a:xfrm>
          <a:prstGeom prst="rect">
            <a:avLst/>
          </a:prstGeom>
          <a:noFill/>
          <a:ln/>
        </p:spPr>
        <p:txBody>
          <a:bodyPr wrap="square" lIns="0" tIns="0" rIns="0" bIns="0" rtlCol="0" anchor="ctr"/>
          <a:lstStyle/>
          <a:p>
            <a:pPr marL="0" indent="0">
              <a:buNone/>
            </a:pPr>
            <a:r>
              <a:rPr lang="en-US" sz="1600" b="1" dirty="0">
                <a:solidFill>
                  <a:srgbClr val="EE596B"/>
                </a:solidFill>
                <a:latin typeface="Aptos Display" pitchFamily="34" charset="0"/>
                <a:ea typeface="Aptos Display" pitchFamily="34" charset="-122"/>
                <a:cs typeface="Aptos Display" pitchFamily="34" charset="-120"/>
              </a:rPr>
              <a:t>Publication / patent status:</a:t>
            </a:r>
            <a:endParaRPr lang="en-US" sz="1600" dirty="0"/>
          </a:p>
        </p:txBody>
      </p:sp>
      <p:sp>
        <p:nvSpPr>
          <p:cNvPr id="15" name="Text 26">
            <a:extLst>
              <a:ext uri="{FF2B5EF4-FFF2-40B4-BE49-F238E27FC236}">
                <a16:creationId xmlns:a16="http://schemas.microsoft.com/office/drawing/2014/main" id="{41575A1D-092E-DA48-7CC0-77E9A24CC001}"/>
              </a:ext>
            </a:extLst>
          </p:cNvPr>
          <p:cNvSpPr/>
          <p:nvPr/>
        </p:nvSpPr>
        <p:spPr>
          <a:xfrm>
            <a:off x="1628392" y="4553712"/>
            <a:ext cx="4467608" cy="963520"/>
          </a:xfrm>
          <a:prstGeom prst="rect">
            <a:avLst/>
          </a:prstGeom>
          <a:noFill/>
          <a:ln/>
        </p:spPr>
        <p:txBody>
          <a:bodyPr wrap="square" lIns="254" tIns="254" rIns="254" bIns="254" rtlCol="0" anchor="t">
            <a:noAutofit/>
          </a:bodyPr>
          <a:lstStyle/>
          <a:p>
            <a:pPr marL="0" indent="0" algn="just">
              <a:lnSpc>
                <a:spcPct val="105000"/>
              </a:lnSpc>
              <a:buNone/>
            </a:pPr>
            <a:r>
              <a:rPr lang="en-US" dirty="0">
                <a:solidFill>
                  <a:srgbClr val="111111"/>
                </a:solidFill>
                <a:latin typeface="Aptos" pitchFamily="34" charset="0"/>
                <a:ea typeface="Aptos" pitchFamily="34" charset="-122"/>
                <a:cs typeface="Aptos" pitchFamily="34" charset="-120"/>
              </a:rPr>
              <a:t>Not yet filed in the current prototype stage; future filing can be considered after full development and validation.</a:t>
            </a:r>
            <a:endParaRPr lang="en-US" dirty="0"/>
          </a:p>
        </p:txBody>
      </p:sp>
    </p:spTree>
    <p:extLst>
      <p:ext uri="{BB962C8B-B14F-4D97-AF65-F5344CB8AC3E}">
        <p14:creationId xmlns:p14="http://schemas.microsoft.com/office/powerpoint/2010/main" val="3044842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DC75A20-3EE6-79E5-A584-F7455F81D4DB}"/>
              </a:ext>
            </a:extLst>
          </p:cNvPr>
          <p:cNvSpPr>
            <a:spLocks noGrp="1"/>
          </p:cNvSpPr>
          <p:nvPr>
            <p:ph type="sldNum" sz="quarter" idx="14"/>
          </p:nvPr>
        </p:nvSpPr>
        <p:spPr/>
        <p:txBody>
          <a:bodyPr/>
          <a:lstStyle/>
          <a:p>
            <a:fld id="{45A3C14A-F937-4231-B6F1-40B429FAFB2F}" type="slidenum">
              <a:rPr lang="en-NZ" smtClean="0"/>
              <a:pPr/>
              <a:t>12</a:t>
            </a:fld>
            <a:endParaRPr lang="en-NZ" dirty="0"/>
          </a:p>
        </p:txBody>
      </p:sp>
      <p:sp>
        <p:nvSpPr>
          <p:cNvPr id="5" name="Text 11">
            <a:extLst>
              <a:ext uri="{FF2B5EF4-FFF2-40B4-BE49-F238E27FC236}">
                <a16:creationId xmlns:a16="http://schemas.microsoft.com/office/drawing/2014/main" id="{92D7727F-A9F7-FB83-5F18-D9CD6451D069}"/>
              </a:ext>
            </a:extLst>
          </p:cNvPr>
          <p:cNvSpPr/>
          <p:nvPr/>
        </p:nvSpPr>
        <p:spPr>
          <a:xfrm>
            <a:off x="749808" y="685800"/>
            <a:ext cx="7498080" cy="411480"/>
          </a:xfrm>
          <a:prstGeom prst="rect">
            <a:avLst/>
          </a:prstGeom>
          <a:noFill/>
          <a:ln/>
        </p:spPr>
        <p:txBody>
          <a:bodyPr wrap="square" lIns="0" tIns="0" rIns="0" bIns="0" rtlCol="0" anchor="ctr"/>
          <a:lstStyle/>
          <a:p>
            <a:pPr marL="0" indent="0">
              <a:buNone/>
            </a:pPr>
            <a:r>
              <a:rPr lang="en-US" sz="2500" b="1" dirty="0">
                <a:solidFill>
                  <a:srgbClr val="111111"/>
                </a:solidFill>
                <a:latin typeface="Aptos Display" pitchFamily="34" charset="0"/>
                <a:ea typeface="Aptos Display" pitchFamily="34" charset="-122"/>
                <a:cs typeface="Aptos Display" pitchFamily="34" charset="-120"/>
              </a:rPr>
              <a:t>Reference and Documentation Status:</a:t>
            </a:r>
            <a:endParaRPr lang="en-US" sz="2500" dirty="0"/>
          </a:p>
        </p:txBody>
      </p:sp>
      <p:sp>
        <p:nvSpPr>
          <p:cNvPr id="6" name="Text 12">
            <a:extLst>
              <a:ext uri="{FF2B5EF4-FFF2-40B4-BE49-F238E27FC236}">
                <a16:creationId xmlns:a16="http://schemas.microsoft.com/office/drawing/2014/main" id="{3CC0349D-CF39-5BC5-CB4E-A682C3C1E617}"/>
              </a:ext>
            </a:extLst>
          </p:cNvPr>
          <p:cNvSpPr/>
          <p:nvPr/>
        </p:nvSpPr>
        <p:spPr>
          <a:xfrm>
            <a:off x="1069848" y="1536192"/>
            <a:ext cx="1280160" cy="228600"/>
          </a:xfrm>
          <a:prstGeom prst="rect">
            <a:avLst/>
          </a:prstGeom>
          <a:noFill/>
          <a:ln/>
        </p:spPr>
        <p:txBody>
          <a:bodyPr wrap="square" lIns="0" tIns="0" rIns="0" bIns="0" rtlCol="0" anchor="ctr"/>
          <a:lstStyle/>
          <a:p>
            <a:pPr marL="0" indent="0">
              <a:buNone/>
            </a:pPr>
            <a:r>
              <a:rPr lang="en-US" sz="1700" b="1" dirty="0">
                <a:solidFill>
                  <a:srgbClr val="3B67B6"/>
                </a:solidFill>
                <a:latin typeface="Aptos Display" pitchFamily="34" charset="0"/>
                <a:ea typeface="Aptos Display" pitchFamily="34" charset="-122"/>
                <a:cs typeface="Aptos Display" pitchFamily="34" charset="-120"/>
              </a:rPr>
              <a:t>Reference</a:t>
            </a:r>
            <a:endParaRPr lang="en-US" sz="1700" dirty="0"/>
          </a:p>
        </p:txBody>
      </p:sp>
      <p:sp>
        <p:nvSpPr>
          <p:cNvPr id="7" name="Text 13">
            <a:extLst>
              <a:ext uri="{FF2B5EF4-FFF2-40B4-BE49-F238E27FC236}">
                <a16:creationId xmlns:a16="http://schemas.microsoft.com/office/drawing/2014/main" id="{232BD27F-8D69-552A-E8F7-023215BCABE0}"/>
              </a:ext>
            </a:extLst>
          </p:cNvPr>
          <p:cNvSpPr/>
          <p:nvPr/>
        </p:nvSpPr>
        <p:spPr>
          <a:xfrm>
            <a:off x="1069848" y="1810512"/>
            <a:ext cx="5257800" cy="2011680"/>
          </a:xfrm>
          <a:prstGeom prst="rect">
            <a:avLst/>
          </a:prstGeom>
          <a:noFill/>
          <a:ln/>
        </p:spPr>
        <p:txBody>
          <a:bodyPr wrap="square" lIns="508" tIns="508" rIns="508" bIns="508" rtlCol="0" anchor="t">
            <a:normAutofit/>
          </a:bodyPr>
          <a:lstStyle/>
          <a:p>
            <a:pPr marL="0" indent="0" algn="just">
              <a:lnSpc>
                <a:spcPct val="110000"/>
              </a:lnSpc>
              <a:buNone/>
            </a:pPr>
            <a:r>
              <a:rPr lang="en-US" sz="1550" dirty="0">
                <a:solidFill>
                  <a:srgbClr val="111111"/>
                </a:solidFill>
                <a:latin typeface="Aptos" pitchFamily="34" charset="0"/>
                <a:ea typeface="Aptos" pitchFamily="34" charset="-122"/>
                <a:cs typeface="Aptos" pitchFamily="34" charset="-120"/>
              </a:rPr>
              <a:t>The main references for this presentation are the uploaded academic review PPT, the </a:t>
            </a:r>
            <a:r>
              <a:rPr lang="en-US" sz="1550" dirty="0" err="1">
                <a:solidFill>
                  <a:srgbClr val="111111"/>
                </a:solidFill>
                <a:latin typeface="Aptos" pitchFamily="34" charset="0"/>
                <a:ea typeface="Aptos" pitchFamily="34" charset="-122"/>
                <a:cs typeface="Aptos" pitchFamily="34" charset="-120"/>
              </a:rPr>
              <a:t>TransL</a:t>
            </a:r>
            <a:r>
              <a:rPr lang="en-US" sz="1550" dirty="0">
                <a:solidFill>
                  <a:srgbClr val="111111"/>
                </a:solidFill>
                <a:latin typeface="Aptos" pitchFamily="34" charset="0"/>
                <a:ea typeface="Aptos" pitchFamily="34" charset="-122"/>
                <a:cs typeface="Aptos" pitchFamily="34" charset="-120"/>
              </a:rPr>
              <a:t> HTML/CSS/JavaScript prototype, project survey findings, and practical observations of current manual logistics workflows. These references were used to keep the project explanation aligned with the reference deck while updating the content into a more professional presentation style.</a:t>
            </a:r>
            <a:endParaRPr lang="en-US" sz="1550" dirty="0"/>
          </a:p>
        </p:txBody>
      </p:sp>
      <p:sp>
        <p:nvSpPr>
          <p:cNvPr id="8" name="Text 14">
            <a:extLst>
              <a:ext uri="{FF2B5EF4-FFF2-40B4-BE49-F238E27FC236}">
                <a16:creationId xmlns:a16="http://schemas.microsoft.com/office/drawing/2014/main" id="{62610A08-BCF4-EE02-904F-BD3B2D5E28F7}"/>
              </a:ext>
            </a:extLst>
          </p:cNvPr>
          <p:cNvSpPr/>
          <p:nvPr/>
        </p:nvSpPr>
        <p:spPr>
          <a:xfrm>
            <a:off x="6693408" y="1536192"/>
            <a:ext cx="2286000" cy="228600"/>
          </a:xfrm>
          <a:prstGeom prst="rect">
            <a:avLst/>
          </a:prstGeom>
          <a:noFill/>
          <a:ln/>
        </p:spPr>
        <p:txBody>
          <a:bodyPr wrap="square" lIns="0" tIns="0" rIns="0" bIns="0" rtlCol="0" anchor="ctr"/>
          <a:lstStyle/>
          <a:p>
            <a:pPr marL="0" indent="0">
              <a:buNone/>
            </a:pPr>
            <a:r>
              <a:rPr lang="en-US" sz="1700" b="1" dirty="0">
                <a:solidFill>
                  <a:srgbClr val="12C8B3"/>
                </a:solidFill>
                <a:latin typeface="Aptos Display" pitchFamily="34" charset="0"/>
                <a:ea typeface="Aptos Display" pitchFamily="34" charset="-122"/>
                <a:cs typeface="Aptos Display" pitchFamily="34" charset="-120"/>
              </a:rPr>
              <a:t>Documentation status</a:t>
            </a:r>
            <a:endParaRPr lang="en-US" sz="1700" dirty="0"/>
          </a:p>
        </p:txBody>
      </p:sp>
      <p:sp>
        <p:nvSpPr>
          <p:cNvPr id="9" name="Text 15">
            <a:extLst>
              <a:ext uri="{FF2B5EF4-FFF2-40B4-BE49-F238E27FC236}">
                <a16:creationId xmlns:a16="http://schemas.microsoft.com/office/drawing/2014/main" id="{E9A3DA12-6106-EB71-1591-964323FCC483}"/>
              </a:ext>
            </a:extLst>
          </p:cNvPr>
          <p:cNvSpPr/>
          <p:nvPr/>
        </p:nvSpPr>
        <p:spPr>
          <a:xfrm>
            <a:off x="6693408" y="1810512"/>
            <a:ext cx="4736592" cy="2011680"/>
          </a:xfrm>
          <a:prstGeom prst="rect">
            <a:avLst/>
          </a:prstGeom>
          <a:noFill/>
          <a:ln/>
        </p:spPr>
        <p:txBody>
          <a:bodyPr wrap="square" lIns="508" tIns="508" rIns="508" bIns="508" rtlCol="0" anchor="t">
            <a:normAutofit/>
          </a:bodyPr>
          <a:lstStyle/>
          <a:p>
            <a:pPr marL="0" indent="0" algn="just">
              <a:lnSpc>
                <a:spcPct val="110000"/>
              </a:lnSpc>
              <a:buNone/>
            </a:pPr>
            <a:r>
              <a:rPr lang="en-US" sz="1550" dirty="0">
                <a:solidFill>
                  <a:srgbClr val="111111"/>
                </a:solidFill>
                <a:latin typeface="Aptos" pitchFamily="34" charset="0"/>
                <a:ea typeface="Aptos" pitchFamily="34" charset="-122"/>
                <a:cs typeface="Aptos" pitchFamily="34" charset="-120"/>
              </a:rPr>
              <a:t>Completed documents include problem statement, project idea, objectives, methodology, UI flow, module explanation, and prototype demo material. The remaining work includes detailed testing notes, expanded technical documentation, and the final report compilation. Overall, the project is presentation-ready and suitable for IA review with demonstration support.</a:t>
            </a:r>
            <a:endParaRPr lang="en-US" sz="1550" dirty="0"/>
          </a:p>
        </p:txBody>
      </p:sp>
      <p:sp>
        <p:nvSpPr>
          <p:cNvPr id="10" name="Shape 16">
            <a:extLst>
              <a:ext uri="{FF2B5EF4-FFF2-40B4-BE49-F238E27FC236}">
                <a16:creationId xmlns:a16="http://schemas.microsoft.com/office/drawing/2014/main" id="{101C22E9-505F-CEBD-EE8D-A5CB11E4F6BF}"/>
              </a:ext>
            </a:extLst>
          </p:cNvPr>
          <p:cNvSpPr/>
          <p:nvPr/>
        </p:nvSpPr>
        <p:spPr>
          <a:xfrm>
            <a:off x="1069848" y="4251960"/>
            <a:ext cx="10287000" cy="1097280"/>
          </a:xfrm>
          <a:prstGeom prst="roundRect">
            <a:avLst>
              <a:gd name="adj" fmla="val 5000"/>
            </a:avLst>
          </a:prstGeom>
          <a:solidFill>
            <a:srgbClr val="F7F8FB"/>
          </a:solidFill>
          <a:ln w="12700">
            <a:solidFill>
              <a:srgbClr val="E3E6EB"/>
            </a:solidFill>
            <a:prstDash val="solid"/>
          </a:ln>
        </p:spPr>
      </p:sp>
      <p:sp>
        <p:nvSpPr>
          <p:cNvPr id="11" name="Text 17">
            <a:extLst>
              <a:ext uri="{FF2B5EF4-FFF2-40B4-BE49-F238E27FC236}">
                <a16:creationId xmlns:a16="http://schemas.microsoft.com/office/drawing/2014/main" id="{055D4D0C-7245-6C3C-7D26-3CB90D92EE3F}"/>
              </a:ext>
            </a:extLst>
          </p:cNvPr>
          <p:cNvSpPr/>
          <p:nvPr/>
        </p:nvSpPr>
        <p:spPr>
          <a:xfrm>
            <a:off x="1261872" y="4498848"/>
            <a:ext cx="1280160" cy="201168"/>
          </a:xfrm>
          <a:prstGeom prst="rect">
            <a:avLst/>
          </a:prstGeom>
          <a:noFill/>
          <a:ln/>
        </p:spPr>
        <p:txBody>
          <a:bodyPr wrap="square" lIns="0" tIns="0" rIns="0" bIns="0" rtlCol="0" anchor="ctr"/>
          <a:lstStyle/>
          <a:p>
            <a:pPr marL="0" indent="0">
              <a:buNone/>
            </a:pPr>
            <a:r>
              <a:rPr lang="en-US" sz="1600" b="1" dirty="0">
                <a:solidFill>
                  <a:srgbClr val="E8732A"/>
                </a:solidFill>
                <a:latin typeface="Aptos Display" pitchFamily="34" charset="0"/>
                <a:ea typeface="Aptos Display" pitchFamily="34" charset="-122"/>
                <a:cs typeface="Aptos Display" pitchFamily="34" charset="-120"/>
              </a:rPr>
              <a:t>Final note:</a:t>
            </a:r>
            <a:endParaRPr lang="en-US" sz="1600" dirty="0"/>
          </a:p>
        </p:txBody>
      </p:sp>
      <p:sp>
        <p:nvSpPr>
          <p:cNvPr id="12" name="Text 18">
            <a:extLst>
              <a:ext uri="{FF2B5EF4-FFF2-40B4-BE49-F238E27FC236}">
                <a16:creationId xmlns:a16="http://schemas.microsoft.com/office/drawing/2014/main" id="{B37AE525-B8CF-FDD9-F6BB-7C9F12F6FEEC}"/>
              </a:ext>
            </a:extLst>
          </p:cNvPr>
          <p:cNvSpPr/>
          <p:nvPr/>
        </p:nvSpPr>
        <p:spPr>
          <a:xfrm>
            <a:off x="2487168" y="4462272"/>
            <a:ext cx="8361360" cy="320040"/>
          </a:xfrm>
          <a:prstGeom prst="rect">
            <a:avLst/>
          </a:prstGeom>
          <a:noFill/>
          <a:ln/>
        </p:spPr>
        <p:txBody>
          <a:bodyPr wrap="square" lIns="508" tIns="508" rIns="508" bIns="508" rtlCol="0" anchor="t">
            <a:noAutofit/>
          </a:bodyPr>
          <a:lstStyle/>
          <a:p>
            <a:pPr marL="0" indent="0" algn="just">
              <a:lnSpc>
                <a:spcPct val="110000"/>
              </a:lnSpc>
              <a:buNone/>
            </a:pPr>
            <a:r>
              <a:rPr lang="en-US" sz="1400" b="1" dirty="0" err="1">
                <a:solidFill>
                  <a:srgbClr val="111111"/>
                </a:solidFill>
                <a:latin typeface="Aptos" pitchFamily="34" charset="0"/>
                <a:ea typeface="Aptos" pitchFamily="34" charset="-122"/>
                <a:cs typeface="Aptos" pitchFamily="34" charset="-120"/>
              </a:rPr>
              <a:t>TransL</a:t>
            </a:r>
            <a:r>
              <a:rPr lang="en-US" sz="1400" b="1" dirty="0">
                <a:solidFill>
                  <a:srgbClr val="111111"/>
                </a:solidFill>
                <a:latin typeface="Aptos" pitchFamily="34" charset="0"/>
                <a:ea typeface="Aptos" pitchFamily="34" charset="-122"/>
                <a:cs typeface="Aptos" pitchFamily="34" charset="-120"/>
              </a:rPr>
              <a:t> is a simple AI-based logistics solution that helps shippers and truck owners save time, reduce empty trips, and improve transport efficiency through clear digital matching.</a:t>
            </a:r>
            <a:endParaRPr lang="en-US" sz="1400" b="1" dirty="0"/>
          </a:p>
        </p:txBody>
      </p:sp>
    </p:spTree>
    <p:extLst>
      <p:ext uri="{BB962C8B-B14F-4D97-AF65-F5344CB8AC3E}">
        <p14:creationId xmlns:p14="http://schemas.microsoft.com/office/powerpoint/2010/main" val="500332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THANK YOU</a:t>
            </a:r>
          </a:p>
        </p:txBody>
      </p:sp>
    </p:spTree>
  </p:cSld>
  <p:clrMapOvr>
    <a:masterClrMapping/>
  </p:clrMapOvr>
</p:sld>
</file>

<file path=ppt/theme/theme1.xml><?xml version="1.0" encoding="utf-8"?>
<a:theme xmlns:a="http://schemas.openxmlformats.org/drawingml/2006/main" name="REVA Powerpoint Template - NEW">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roko_LI master PPT template vs6_17 May" id="{612B838A-5E32-418B-B7C4-7EB4F3A298E7}" vid="{DD7C752D-2EC0-456A-A201-074024275761}"/>
    </a:ext>
  </a:extLst>
</a:theme>
</file>

<file path=ppt/theme/theme2.xml><?xml version="1.0" encoding="utf-8"?>
<a:theme xmlns:a="http://schemas.openxmlformats.org/drawingml/2006/main" name="Agenda">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Divider">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Media / Video Slide">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Copy Slides">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Copy and Image">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Table &amp; Graphs Slide">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Flow Slides">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Thank You ">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SP_Nobel">
      <a:majorFont>
        <a:latin typeface="Nobel-Book"/>
        <a:ea typeface="ＭＳ Ｐゴシック"/>
        <a:cs typeface=""/>
      </a:majorFont>
      <a:minorFont>
        <a:latin typeface="Nobel-Book"/>
        <a:ea typeface="ＭＳ Ｐ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SP_Nobel">
      <a:majorFont>
        <a:latin typeface="Nobel-Book"/>
        <a:ea typeface="ＭＳ Ｐゴシック"/>
        <a:cs typeface=""/>
      </a:majorFont>
      <a:minorFont>
        <a:latin typeface="Nobel-Book"/>
        <a:ea typeface="ＭＳ Ｐ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60ADC236C7AC742BB0BFCA0FFECEA3A" ma:contentTypeVersion="0" ma:contentTypeDescription="Create a new document." ma:contentTypeScope="" ma:versionID="6b302963b2d4f2b039b5a5db900d0a6b">
  <xsd:schema xmlns:xsd="http://www.w3.org/2001/XMLSchema" xmlns:xs="http://www.w3.org/2001/XMLSchema" xmlns:p="http://schemas.microsoft.com/office/2006/metadata/properties" targetNamespace="http://schemas.microsoft.com/office/2006/metadata/properties" ma:root="true" ma:fieldsID="1b05d82d297216baf5b26c55225140d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A6C91B7-41B2-43A3-A2C0-738920E68A3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F9AE24FE-195A-4977-9740-21B0E7B6E428}">
  <ds:schemaRefs>
    <ds:schemaRef ds:uri="http://schemas.microsoft.com/sharepoint/v3/contenttype/forms"/>
  </ds:schemaRefs>
</ds:datastoreItem>
</file>

<file path=customXml/itemProps3.xml><?xml version="1.0" encoding="utf-8"?>
<ds:datastoreItem xmlns:ds="http://schemas.openxmlformats.org/officeDocument/2006/customXml" ds:itemID="{74916671-0E7D-4594-8037-60C70BF44351}">
  <ds:schemaRefs>
    <ds:schemaRef ds:uri="http://schemas.microsoft.com/office/2006/documentManagement/types"/>
    <ds:schemaRef ds:uri="http://purl.org/dc/terms/"/>
    <ds:schemaRef ds:uri="http://schemas.microsoft.com/office/infopath/2007/PartnerControls"/>
    <ds:schemaRef ds:uri="http://www.w3.org/XML/1998/namespace"/>
    <ds:schemaRef ds:uri="http://purl.org/dc/elements/1.1/"/>
    <ds:schemaRef ds:uri="http://schemas.openxmlformats.org/package/2006/metadata/core-properties"/>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REVA REVISED TEMPLATE_PPTs</Template>
  <TotalTime>1467</TotalTime>
  <Words>1363</Words>
  <Application>Microsoft Office PowerPoint</Application>
  <PresentationFormat>Widescreen</PresentationFormat>
  <Paragraphs>129</Paragraphs>
  <Slides>13</Slides>
  <Notes>0</Notes>
  <HiddenSlides>0</HiddenSlides>
  <MMClips>0</MMClips>
  <ScaleCrop>false</ScaleCrop>
  <HeadingPairs>
    <vt:vector size="6" baseType="variant">
      <vt:variant>
        <vt:lpstr>Fonts Used</vt:lpstr>
      </vt:variant>
      <vt:variant>
        <vt:i4>6</vt:i4>
      </vt:variant>
      <vt:variant>
        <vt:lpstr>Theme</vt:lpstr>
      </vt:variant>
      <vt:variant>
        <vt:i4>9</vt:i4>
      </vt:variant>
      <vt:variant>
        <vt:lpstr>Slide Titles</vt:lpstr>
      </vt:variant>
      <vt:variant>
        <vt:i4>13</vt:i4>
      </vt:variant>
    </vt:vector>
  </HeadingPairs>
  <TitlesOfParts>
    <vt:vector size="28" baseType="lpstr">
      <vt:lpstr>Aptos</vt:lpstr>
      <vt:lpstr>Aptos Display</vt:lpstr>
      <vt:lpstr>Arial</vt:lpstr>
      <vt:lpstr>Nobel-Book</vt:lpstr>
      <vt:lpstr>Roboto Medium</vt:lpstr>
      <vt:lpstr>Times New Roman</vt:lpstr>
      <vt:lpstr>REVA Powerpoint Template - NEW</vt:lpstr>
      <vt:lpstr>Agenda</vt:lpstr>
      <vt:lpstr>Divider</vt:lpstr>
      <vt:lpstr>Media / Video Slide</vt:lpstr>
      <vt:lpstr>Copy Slides</vt:lpstr>
      <vt:lpstr>Copy and Image</vt:lpstr>
      <vt:lpstr>Table &amp; Graphs Slide</vt:lpstr>
      <vt:lpstr>Flow Slides</vt:lpstr>
      <vt:lpstr>Thank You </vt:lpstr>
      <vt:lpstr>TRANSPORT LOGISTICS</vt:lpstr>
      <vt:lpstr>TITLE: TRANSPORT LOGISTICS</vt:lpstr>
      <vt:lpstr>PowerPoint Presentation</vt:lpstr>
      <vt:lpstr>Introduction: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Prasanth Thiruvenkadam</dc:creator>
  <cp:lastModifiedBy>YUVARAJU KARTHIK</cp:lastModifiedBy>
  <cp:revision>31</cp:revision>
  <cp:lastPrinted>2018-09-28T07:11:06Z</cp:lastPrinted>
  <dcterms:created xsi:type="dcterms:W3CDTF">2022-04-25T09:10:52Z</dcterms:created>
  <dcterms:modified xsi:type="dcterms:W3CDTF">2026-04-24T16:57:57Z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0x010100B60ADC236C7AC742BB0BFCA0FFECEA3A</vt:lpwstr>
  </property>
</Properties>
</file>