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60" r:id="rId4"/>
    <p:sldId id="268" r:id="rId5"/>
    <p:sldId id="269" r:id="rId6"/>
    <p:sldId id="261" r:id="rId7"/>
    <p:sldId id="263" r:id="rId8"/>
    <p:sldId id="262" r:id="rId9"/>
    <p:sldId id="264"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058826-B66E-4F19-8AE6-006652AA6BA2}" v="60" dt="2025-09-24T04:37:26.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2" autoAdjust="0"/>
    <p:restoredTop sz="94660"/>
  </p:normalViewPr>
  <p:slideViewPr>
    <p:cSldViewPr snapToGrid="0">
      <p:cViewPr varScale="1">
        <p:scale>
          <a:sx n="54" d="100"/>
          <a:sy n="54" d="100"/>
        </p:scale>
        <p:origin x="240" y="5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araj Sri" userId="19a0e5d8ca647d76" providerId="LiveId" clId="{72EC9BEC-BBF1-4FEA-8F94-696BF3EC7A99}"/>
    <pc:docChg chg="undo redo custSel addSld delSld modSld sldOrd">
      <pc:chgData name="Ramaraj Sri" userId="19a0e5d8ca647d76" providerId="LiveId" clId="{72EC9BEC-BBF1-4FEA-8F94-696BF3EC7A99}" dt="2025-09-24T04:37:38.285" v="2167" actId="6549"/>
      <pc:docMkLst>
        <pc:docMk/>
      </pc:docMkLst>
      <pc:sldChg chg="addSp delSp modSp mod">
        <pc:chgData name="Ramaraj Sri" userId="19a0e5d8ca647d76" providerId="LiveId" clId="{72EC9BEC-BBF1-4FEA-8F94-696BF3EC7A99}" dt="2025-09-24T03:44:12.240" v="1063" actId="22"/>
        <pc:sldMkLst>
          <pc:docMk/>
          <pc:sldMk cId="3123632543" sldId="256"/>
        </pc:sldMkLst>
        <pc:spChg chg="mod">
          <ac:chgData name="Ramaraj Sri" userId="19a0e5d8ca647d76" providerId="LiveId" clId="{72EC9BEC-BBF1-4FEA-8F94-696BF3EC7A99}" dt="2025-09-24T03:26:25.724" v="777" actId="20577"/>
          <ac:spMkLst>
            <pc:docMk/>
            <pc:sldMk cId="3123632543" sldId="256"/>
            <ac:spMk id="2" creationId="{9D4B9076-8591-0E8F-6B02-B405E4C3F81C}"/>
          </ac:spMkLst>
        </pc:spChg>
        <pc:spChg chg="mod">
          <ac:chgData name="Ramaraj Sri" userId="19a0e5d8ca647d76" providerId="LiveId" clId="{72EC9BEC-BBF1-4FEA-8F94-696BF3EC7A99}" dt="2025-09-24T03:26:39.149" v="811" actId="20577"/>
          <ac:spMkLst>
            <pc:docMk/>
            <pc:sldMk cId="3123632543" sldId="256"/>
            <ac:spMk id="3" creationId="{52477E6A-ECD6-9063-0580-462632E391F9}"/>
          </ac:spMkLst>
        </pc:spChg>
        <pc:spChg chg="add del">
          <ac:chgData name="Ramaraj Sri" userId="19a0e5d8ca647d76" providerId="LiveId" clId="{72EC9BEC-BBF1-4FEA-8F94-696BF3EC7A99}" dt="2025-09-24T03:44:12.240" v="1063" actId="22"/>
          <ac:spMkLst>
            <pc:docMk/>
            <pc:sldMk cId="3123632543" sldId="256"/>
            <ac:spMk id="5" creationId="{868C22F1-B3FB-F1C4-EE7B-79891745566D}"/>
          </ac:spMkLst>
        </pc:spChg>
      </pc:sldChg>
      <pc:sldChg chg="del">
        <pc:chgData name="Ramaraj Sri" userId="19a0e5d8ca647d76" providerId="LiveId" clId="{72EC9BEC-BBF1-4FEA-8F94-696BF3EC7A99}" dt="2025-09-24T02:48:45.569" v="5" actId="47"/>
        <pc:sldMkLst>
          <pc:docMk/>
          <pc:sldMk cId="335287598" sldId="257"/>
        </pc:sldMkLst>
      </pc:sldChg>
      <pc:sldChg chg="modSp del mod">
        <pc:chgData name="Ramaraj Sri" userId="19a0e5d8ca647d76" providerId="LiveId" clId="{72EC9BEC-BBF1-4FEA-8F94-696BF3EC7A99}" dt="2025-09-24T03:48:12.841" v="1230" actId="47"/>
        <pc:sldMkLst>
          <pc:docMk/>
          <pc:sldMk cId="1939949102" sldId="258"/>
        </pc:sldMkLst>
        <pc:spChg chg="mod">
          <ac:chgData name="Ramaraj Sri" userId="19a0e5d8ca647d76" providerId="LiveId" clId="{72EC9BEC-BBF1-4FEA-8F94-696BF3EC7A99}" dt="2025-09-24T03:43:56.090" v="1061" actId="1076"/>
          <ac:spMkLst>
            <pc:docMk/>
            <pc:sldMk cId="1939949102" sldId="258"/>
            <ac:spMk id="4" creationId="{E4B4E769-455D-1FD8-96C8-B90EDA44160F}"/>
          </ac:spMkLst>
        </pc:spChg>
      </pc:sldChg>
      <pc:sldChg chg="add del">
        <pc:chgData name="Ramaraj Sri" userId="19a0e5d8ca647d76" providerId="LiveId" clId="{72EC9BEC-BBF1-4FEA-8F94-696BF3EC7A99}" dt="2025-09-24T02:54:04.481" v="9" actId="47"/>
        <pc:sldMkLst>
          <pc:docMk/>
          <pc:sldMk cId="1780636811" sldId="259"/>
        </pc:sldMkLst>
      </pc:sldChg>
      <pc:sldChg chg="addSp modSp new mod">
        <pc:chgData name="Ramaraj Sri" userId="19a0e5d8ca647d76" providerId="LiveId" clId="{72EC9BEC-BBF1-4FEA-8F94-696BF3EC7A99}" dt="2025-09-24T03:46:10.283" v="1126" actId="20577"/>
        <pc:sldMkLst>
          <pc:docMk/>
          <pc:sldMk cId="1886541873" sldId="259"/>
        </pc:sldMkLst>
        <pc:spChg chg="mod">
          <ac:chgData name="Ramaraj Sri" userId="19a0e5d8ca647d76" providerId="LiveId" clId="{72EC9BEC-BBF1-4FEA-8F94-696BF3EC7A99}" dt="2025-09-24T03:46:10.283" v="1126" actId="20577"/>
          <ac:spMkLst>
            <pc:docMk/>
            <pc:sldMk cId="1886541873" sldId="259"/>
            <ac:spMk id="2" creationId="{52056D20-1E72-EEA5-4915-AADAABA2C6B2}"/>
          </ac:spMkLst>
        </pc:spChg>
        <pc:spChg chg="add mod">
          <ac:chgData name="Ramaraj Sri" userId="19a0e5d8ca647d76" providerId="LiveId" clId="{72EC9BEC-BBF1-4FEA-8F94-696BF3EC7A99}" dt="2025-09-24T03:24:10.493" v="756" actId="20577"/>
          <ac:spMkLst>
            <pc:docMk/>
            <pc:sldMk cId="1886541873" sldId="259"/>
            <ac:spMk id="3" creationId="{FDD1971B-BC41-BFB7-CEB0-88596BBEA86B}"/>
          </ac:spMkLst>
        </pc:spChg>
      </pc:sldChg>
      <pc:sldChg chg="modSp add mod">
        <pc:chgData name="Ramaraj Sri" userId="19a0e5d8ca647d76" providerId="LiveId" clId="{72EC9BEC-BBF1-4FEA-8F94-696BF3EC7A99}" dt="2025-09-24T03:15:28.023" v="624" actId="20577"/>
        <pc:sldMkLst>
          <pc:docMk/>
          <pc:sldMk cId="913353431" sldId="260"/>
        </pc:sldMkLst>
        <pc:spChg chg="mod">
          <ac:chgData name="Ramaraj Sri" userId="19a0e5d8ca647d76" providerId="LiveId" clId="{72EC9BEC-BBF1-4FEA-8F94-696BF3EC7A99}" dt="2025-09-24T03:15:28.023" v="624" actId="20577"/>
          <ac:spMkLst>
            <pc:docMk/>
            <pc:sldMk cId="913353431" sldId="260"/>
            <ac:spMk id="3" creationId="{3C3998F7-05A9-261B-8B10-93CCF71B72E5}"/>
          </ac:spMkLst>
        </pc:spChg>
      </pc:sldChg>
      <pc:sldChg chg="add del">
        <pc:chgData name="Ramaraj Sri" userId="19a0e5d8ca647d76" providerId="LiveId" clId="{72EC9BEC-BBF1-4FEA-8F94-696BF3EC7A99}" dt="2025-09-24T02:54:05.064" v="10" actId="47"/>
        <pc:sldMkLst>
          <pc:docMk/>
          <pc:sldMk cId="3676413058" sldId="260"/>
        </pc:sldMkLst>
      </pc:sldChg>
      <pc:sldChg chg="modSp add mod">
        <pc:chgData name="Ramaraj Sri" userId="19a0e5d8ca647d76" providerId="LiveId" clId="{72EC9BEC-BBF1-4FEA-8F94-696BF3EC7A99}" dt="2025-09-24T03:47:07.124" v="1180" actId="20577"/>
        <pc:sldMkLst>
          <pc:docMk/>
          <pc:sldMk cId="1012098034" sldId="261"/>
        </pc:sldMkLst>
        <pc:spChg chg="mod">
          <ac:chgData name="Ramaraj Sri" userId="19a0e5d8ca647d76" providerId="LiveId" clId="{72EC9BEC-BBF1-4FEA-8F94-696BF3EC7A99}" dt="2025-09-24T03:47:07.124" v="1180" actId="20577"/>
          <ac:spMkLst>
            <pc:docMk/>
            <pc:sldMk cId="1012098034" sldId="261"/>
            <ac:spMk id="2" creationId="{A0700D48-2C91-C249-D6D8-5761EC1E34BF}"/>
          </ac:spMkLst>
        </pc:spChg>
        <pc:spChg chg="mod">
          <ac:chgData name="Ramaraj Sri" userId="19a0e5d8ca647d76" providerId="LiveId" clId="{72EC9BEC-BBF1-4FEA-8F94-696BF3EC7A99}" dt="2025-09-24T03:26:07.577" v="758" actId="20577"/>
          <ac:spMkLst>
            <pc:docMk/>
            <pc:sldMk cId="1012098034" sldId="261"/>
            <ac:spMk id="3" creationId="{87FEAEE1-4D61-EE0E-B40B-129E90246C7F}"/>
          </ac:spMkLst>
        </pc:spChg>
      </pc:sldChg>
      <pc:sldChg chg="add del">
        <pc:chgData name="Ramaraj Sri" userId="19a0e5d8ca647d76" providerId="LiveId" clId="{72EC9BEC-BBF1-4FEA-8F94-696BF3EC7A99}" dt="2025-09-24T02:54:05.903" v="11" actId="47"/>
        <pc:sldMkLst>
          <pc:docMk/>
          <pc:sldMk cId="2270239136" sldId="261"/>
        </pc:sldMkLst>
      </pc:sldChg>
      <pc:sldChg chg="modSp add mod">
        <pc:chgData name="Ramaraj Sri" userId="19a0e5d8ca647d76" providerId="LiveId" clId="{72EC9BEC-BBF1-4FEA-8F94-696BF3EC7A99}" dt="2025-09-24T03:52:01.202" v="1264"/>
        <pc:sldMkLst>
          <pc:docMk/>
          <pc:sldMk cId="2247524122" sldId="262"/>
        </pc:sldMkLst>
        <pc:spChg chg="mod">
          <ac:chgData name="Ramaraj Sri" userId="19a0e5d8ca647d76" providerId="LiveId" clId="{72EC9BEC-BBF1-4FEA-8F94-696BF3EC7A99}" dt="2025-09-24T03:52:01.202" v="1264"/>
          <ac:spMkLst>
            <pc:docMk/>
            <pc:sldMk cId="2247524122" sldId="262"/>
            <ac:spMk id="2" creationId="{D9F5C4FA-1D57-430D-E100-8D33B283D09C}"/>
          </ac:spMkLst>
        </pc:spChg>
        <pc:spChg chg="mod">
          <ac:chgData name="Ramaraj Sri" userId="19a0e5d8ca647d76" providerId="LiveId" clId="{72EC9BEC-BBF1-4FEA-8F94-696BF3EC7A99}" dt="2025-09-24T03:21:12.919" v="729" actId="20577"/>
          <ac:spMkLst>
            <pc:docMk/>
            <pc:sldMk cId="2247524122" sldId="262"/>
            <ac:spMk id="3" creationId="{D7EE79AE-8229-3CC1-EC5D-6D7B9B24C30D}"/>
          </ac:spMkLst>
        </pc:spChg>
      </pc:sldChg>
      <pc:sldChg chg="modSp add mod">
        <pc:chgData name="Ramaraj Sri" userId="19a0e5d8ca647d76" providerId="LiveId" clId="{72EC9BEC-BBF1-4FEA-8F94-696BF3EC7A99}" dt="2025-09-24T03:17:05.083" v="698" actId="20577"/>
        <pc:sldMkLst>
          <pc:docMk/>
          <pc:sldMk cId="2879725009" sldId="263"/>
        </pc:sldMkLst>
        <pc:spChg chg="mod">
          <ac:chgData name="Ramaraj Sri" userId="19a0e5d8ca647d76" providerId="LiveId" clId="{72EC9BEC-BBF1-4FEA-8F94-696BF3EC7A99}" dt="2025-09-24T03:17:05.083" v="698" actId="20577"/>
          <ac:spMkLst>
            <pc:docMk/>
            <pc:sldMk cId="2879725009" sldId="263"/>
            <ac:spMk id="3" creationId="{F6C8CC43-B2AB-0CE1-89A0-7BB8C4232F60}"/>
          </ac:spMkLst>
        </pc:spChg>
      </pc:sldChg>
      <pc:sldChg chg="addSp delSp modSp add mod">
        <pc:chgData name="Ramaraj Sri" userId="19a0e5d8ca647d76" providerId="LiveId" clId="{72EC9BEC-BBF1-4FEA-8F94-696BF3EC7A99}" dt="2025-09-24T03:51:52.565" v="1263" actId="27309"/>
        <pc:sldMkLst>
          <pc:docMk/>
          <pc:sldMk cId="3274483044" sldId="264"/>
        </pc:sldMkLst>
        <pc:spChg chg="mod">
          <ac:chgData name="Ramaraj Sri" userId="19a0e5d8ca647d76" providerId="LiveId" clId="{72EC9BEC-BBF1-4FEA-8F94-696BF3EC7A99}" dt="2025-09-24T03:51:48.654" v="1261" actId="21"/>
          <ac:spMkLst>
            <pc:docMk/>
            <pc:sldMk cId="3274483044" sldId="264"/>
            <ac:spMk id="2" creationId="{10B04ED7-9747-7C40-5D70-A616FF37D25D}"/>
          </ac:spMkLst>
        </pc:spChg>
        <pc:spChg chg="mod">
          <ac:chgData name="Ramaraj Sri" userId="19a0e5d8ca647d76" providerId="LiveId" clId="{72EC9BEC-BBF1-4FEA-8F94-696BF3EC7A99}" dt="2025-09-24T03:22:05.887" v="738" actId="20577"/>
          <ac:spMkLst>
            <pc:docMk/>
            <pc:sldMk cId="3274483044" sldId="264"/>
            <ac:spMk id="3" creationId="{1FBB0106-4E8D-9003-6AF3-30381877B3AC}"/>
          </ac:spMkLst>
        </pc:spChg>
        <pc:graphicFrameChg chg="add del modGraphic">
          <ac:chgData name="Ramaraj Sri" userId="19a0e5d8ca647d76" providerId="LiveId" clId="{72EC9BEC-BBF1-4FEA-8F94-696BF3EC7A99}" dt="2025-09-24T03:51:52.565" v="1263" actId="27309"/>
          <ac:graphicFrameMkLst>
            <pc:docMk/>
            <pc:sldMk cId="3274483044" sldId="264"/>
            <ac:graphicFrameMk id="5" creationId="{E806B395-5292-F4C9-7F85-9DD1A98CFE9F}"/>
          </ac:graphicFrameMkLst>
        </pc:graphicFrameChg>
      </pc:sldChg>
      <pc:sldChg chg="add ord">
        <pc:chgData name="Ramaraj Sri" userId="19a0e5d8ca647d76" providerId="LiveId" clId="{72EC9BEC-BBF1-4FEA-8F94-696BF3EC7A99}" dt="2025-09-24T03:44:55.402" v="1066"/>
        <pc:sldMkLst>
          <pc:docMk/>
          <pc:sldMk cId="1390380525" sldId="265"/>
        </pc:sldMkLst>
      </pc:sldChg>
      <pc:sldChg chg="addSp delSp modSp add mod">
        <pc:chgData name="Ramaraj Sri" userId="19a0e5d8ca647d76" providerId="LiveId" clId="{72EC9BEC-BBF1-4FEA-8F94-696BF3EC7A99}" dt="2025-09-24T04:32:34.762" v="1763" actId="20577"/>
        <pc:sldMkLst>
          <pc:docMk/>
          <pc:sldMk cId="2670644458" sldId="266"/>
        </pc:sldMkLst>
        <pc:spChg chg="mod">
          <ac:chgData name="Ramaraj Sri" userId="19a0e5d8ca647d76" providerId="LiveId" clId="{72EC9BEC-BBF1-4FEA-8F94-696BF3EC7A99}" dt="2025-09-24T03:51:18.672" v="1249" actId="20577"/>
          <ac:spMkLst>
            <pc:docMk/>
            <pc:sldMk cId="2670644458" sldId="266"/>
            <ac:spMk id="2" creationId="{BFE67468-66F1-5BF6-705C-736C17E0F4C1}"/>
          </ac:spMkLst>
        </pc:spChg>
        <pc:spChg chg="mod">
          <ac:chgData name="Ramaraj Sri" userId="19a0e5d8ca647d76" providerId="LiveId" clId="{72EC9BEC-BBF1-4FEA-8F94-696BF3EC7A99}" dt="2025-09-24T04:32:34.762" v="1763" actId="20577"/>
          <ac:spMkLst>
            <pc:docMk/>
            <pc:sldMk cId="2670644458" sldId="266"/>
            <ac:spMk id="3" creationId="{6CC5B38D-D50D-6360-4A5D-F74673E44D32}"/>
          </ac:spMkLst>
        </pc:spChg>
        <pc:spChg chg="add">
          <ac:chgData name="Ramaraj Sri" userId="19a0e5d8ca647d76" providerId="LiveId" clId="{72EC9BEC-BBF1-4FEA-8F94-696BF3EC7A99}" dt="2025-09-24T03:52:59.080" v="1265"/>
          <ac:spMkLst>
            <pc:docMk/>
            <pc:sldMk cId="2670644458" sldId="266"/>
            <ac:spMk id="4" creationId="{BD649184-F55A-EAF4-3485-E2CFF9015860}"/>
          </ac:spMkLst>
        </pc:spChg>
        <pc:spChg chg="add">
          <ac:chgData name="Ramaraj Sri" userId="19a0e5d8ca647d76" providerId="LiveId" clId="{72EC9BEC-BBF1-4FEA-8F94-696BF3EC7A99}" dt="2025-09-24T03:53:14.944" v="1266"/>
          <ac:spMkLst>
            <pc:docMk/>
            <pc:sldMk cId="2670644458" sldId="266"/>
            <ac:spMk id="5" creationId="{CA85BD61-3B3D-82AC-C25E-CC378E8DB2D1}"/>
          </ac:spMkLst>
        </pc:spChg>
        <pc:spChg chg="add mod">
          <ac:chgData name="Ramaraj Sri" userId="19a0e5d8ca647d76" providerId="LiveId" clId="{72EC9BEC-BBF1-4FEA-8F94-696BF3EC7A99}" dt="2025-09-24T03:54:19.241" v="1271" actId="1035"/>
          <ac:spMkLst>
            <pc:docMk/>
            <pc:sldMk cId="2670644458" sldId="266"/>
            <ac:spMk id="6" creationId="{BCE3ABC0-4D83-E095-F3CD-7E87D999FEC2}"/>
          </ac:spMkLst>
        </pc:spChg>
        <pc:spChg chg="add">
          <ac:chgData name="Ramaraj Sri" userId="19a0e5d8ca647d76" providerId="LiveId" clId="{72EC9BEC-BBF1-4FEA-8F94-696BF3EC7A99}" dt="2025-09-24T04:04:17.651" v="1310"/>
          <ac:spMkLst>
            <pc:docMk/>
            <pc:sldMk cId="2670644458" sldId="266"/>
            <ac:spMk id="7" creationId="{03F4CD2D-3863-8D9B-F38C-29691D45C79D}"/>
          </ac:spMkLst>
        </pc:spChg>
        <pc:spChg chg="add del mod">
          <ac:chgData name="Ramaraj Sri" userId="19a0e5d8ca647d76" providerId="LiveId" clId="{72EC9BEC-BBF1-4FEA-8F94-696BF3EC7A99}" dt="2025-09-24T04:31:47.183" v="1680" actId="478"/>
          <ac:spMkLst>
            <pc:docMk/>
            <pc:sldMk cId="2670644458" sldId="266"/>
            <ac:spMk id="8" creationId="{EAA46552-B0B4-170B-2928-3C489E4E694C}"/>
          </ac:spMkLst>
        </pc:spChg>
        <pc:spChg chg="add mod">
          <ac:chgData name="Ramaraj Sri" userId="19a0e5d8ca647d76" providerId="LiveId" clId="{72EC9BEC-BBF1-4FEA-8F94-696BF3EC7A99}" dt="2025-09-24T04:04:31.229" v="1314"/>
          <ac:spMkLst>
            <pc:docMk/>
            <pc:sldMk cId="2670644458" sldId="266"/>
            <ac:spMk id="9" creationId="{150A6209-6D7B-5F44-E293-FF09A62A5A04}"/>
          </ac:spMkLst>
        </pc:spChg>
      </pc:sldChg>
      <pc:sldChg chg="add del">
        <pc:chgData name="Ramaraj Sri" userId="19a0e5d8ca647d76" providerId="LiveId" clId="{72EC9BEC-BBF1-4FEA-8F94-696BF3EC7A99}" dt="2025-09-24T03:51:24.606" v="1251"/>
        <pc:sldMkLst>
          <pc:docMk/>
          <pc:sldMk cId="1657633247" sldId="267"/>
        </pc:sldMkLst>
      </pc:sldChg>
      <pc:sldChg chg="modSp add mod">
        <pc:chgData name="Ramaraj Sri" userId="19a0e5d8ca647d76" providerId="LiveId" clId="{72EC9BEC-BBF1-4FEA-8F94-696BF3EC7A99}" dt="2025-09-24T04:37:38.285" v="2167" actId="6549"/>
        <pc:sldMkLst>
          <pc:docMk/>
          <pc:sldMk cId="3905225893" sldId="267"/>
        </pc:sldMkLst>
        <pc:spChg chg="mod">
          <ac:chgData name="Ramaraj Sri" userId="19a0e5d8ca647d76" providerId="LiveId" clId="{72EC9BEC-BBF1-4FEA-8F94-696BF3EC7A99}" dt="2025-09-24T03:51:38.922" v="1260" actId="20577"/>
          <ac:spMkLst>
            <pc:docMk/>
            <pc:sldMk cId="3905225893" sldId="267"/>
            <ac:spMk id="2" creationId="{27F0E26A-9979-A455-5ACB-A4B0FE5C583C}"/>
          </ac:spMkLst>
        </pc:spChg>
        <pc:spChg chg="mod">
          <ac:chgData name="Ramaraj Sri" userId="19a0e5d8ca647d76" providerId="LiveId" clId="{72EC9BEC-BBF1-4FEA-8F94-696BF3EC7A99}" dt="2025-09-24T04:37:38.285" v="2167" actId="6549"/>
          <ac:spMkLst>
            <pc:docMk/>
            <pc:sldMk cId="3905225893" sldId="267"/>
            <ac:spMk id="3" creationId="{C65B3CC3-34CD-3E43-E25A-054F6D651891}"/>
          </ac:spMkLst>
        </pc:s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9F08E-EDC6-4B59-89A7-E95F66BC92A4}" type="datetimeFigureOut">
              <a:rPr lang="en-IN" smtClean="0"/>
              <a:t>03-03-2026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F7C9F-3C26-4AF5-83E9-B2141FBE4431}" type="slidenum">
              <a:rPr lang="en-IN" smtClean="0"/>
              <a:t>‹#›</a:t>
            </a:fld>
            <a:endParaRPr lang="en-IN"/>
          </a:p>
        </p:txBody>
      </p:sp>
    </p:spTree>
    <p:extLst>
      <p:ext uri="{BB962C8B-B14F-4D97-AF65-F5344CB8AC3E}">
        <p14:creationId xmlns:p14="http://schemas.microsoft.com/office/powerpoint/2010/main" val="186630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D3F7C9F-3C26-4AF5-83E9-B2141FBE4431}" type="slidenum">
              <a:rPr lang="en-IN" smtClean="0"/>
              <a:t>6</a:t>
            </a:fld>
            <a:endParaRPr lang="en-IN"/>
          </a:p>
        </p:txBody>
      </p:sp>
    </p:spTree>
    <p:extLst>
      <p:ext uri="{BB962C8B-B14F-4D97-AF65-F5344CB8AC3E}">
        <p14:creationId xmlns:p14="http://schemas.microsoft.com/office/powerpoint/2010/main" val="3200735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A82E1-4002-F9E6-964E-FD9F23132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30DFF-9C82-477B-62EE-3F4576DD3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AE8D3-C227-8863-8F11-91690204DB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DDD535-0FE7-8095-5F14-290A0A83765C}"/>
              </a:ext>
            </a:extLst>
          </p:cNvPr>
          <p:cNvSpPr>
            <a:spLocks noGrp="1"/>
          </p:cNvSpPr>
          <p:nvPr>
            <p:ph type="sldNum" sz="quarter" idx="5"/>
          </p:nvPr>
        </p:nvSpPr>
        <p:spPr/>
        <p:txBody>
          <a:bodyPr/>
          <a:lstStyle/>
          <a:p>
            <a:fld id="{3D3F7C9F-3C26-4AF5-83E9-B2141FBE4431}" type="slidenum">
              <a:rPr lang="en-IN" smtClean="0"/>
              <a:t>7</a:t>
            </a:fld>
            <a:endParaRPr lang="en-IN"/>
          </a:p>
        </p:txBody>
      </p:sp>
    </p:spTree>
    <p:extLst>
      <p:ext uri="{BB962C8B-B14F-4D97-AF65-F5344CB8AC3E}">
        <p14:creationId xmlns:p14="http://schemas.microsoft.com/office/powerpoint/2010/main" val="37521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4D793-8238-2CE7-758E-DFE0E5DA0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8204B-95A6-3894-F7D7-9B39287F6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177AC-E850-52E6-3398-1EFE99DA23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50916E-20DC-8C1A-0BB9-38883619C6D8}"/>
              </a:ext>
            </a:extLst>
          </p:cNvPr>
          <p:cNvSpPr>
            <a:spLocks noGrp="1"/>
          </p:cNvSpPr>
          <p:nvPr>
            <p:ph type="sldNum" sz="quarter" idx="5"/>
          </p:nvPr>
        </p:nvSpPr>
        <p:spPr/>
        <p:txBody>
          <a:bodyPr/>
          <a:lstStyle/>
          <a:p>
            <a:fld id="{3D3F7C9F-3C26-4AF5-83E9-B2141FBE4431}" type="slidenum">
              <a:rPr lang="en-IN" smtClean="0"/>
              <a:t>10</a:t>
            </a:fld>
            <a:endParaRPr lang="en-IN"/>
          </a:p>
        </p:txBody>
      </p:sp>
    </p:spTree>
    <p:extLst>
      <p:ext uri="{BB962C8B-B14F-4D97-AF65-F5344CB8AC3E}">
        <p14:creationId xmlns:p14="http://schemas.microsoft.com/office/powerpoint/2010/main" val="336435090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A647-7059-F1E1-C78D-6396261134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3ADDB9-07CD-6286-CE62-1E371E14BD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1677CD-CD04-5372-9238-B82B9E06746D}"/>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09166F1F-3E17-9471-ADAC-CE322B850F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FB4EF8-05BF-731B-6606-C9CD5CE49DEE}"/>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3745767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C637-548B-43AD-02C7-61C265364D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6F93B-EDDF-0D9B-BD1C-D637E5435F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8BF41F-125F-B56E-3616-C6376A1AF9FB}"/>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0E259A7A-E025-3D2E-9DFF-7FE25A810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CE239-5781-6146-FCD0-1C7C304B6CDD}"/>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4238143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100B-42A9-E004-1626-8BBCEAD469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FDA9B4-3B65-D4B4-8C10-44F84D963A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9D5113-F4B6-65DA-18F0-510A9E6028F8}"/>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14895F29-884F-AB0E-2EB7-4F77704CF9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6213F6-D42E-7412-44FB-2B502603C4C8}"/>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213950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0D49-DCD7-67A3-07B1-01C31949FA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A9C7FC-9F2F-65CB-1B18-5D39BE6037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079C7-49DC-9F5E-F7A5-8E2935BE4F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199E79-F0D7-4730-992B-B7857BA88BAD}"/>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6" name="Footer Placeholder 5">
            <a:extLst>
              <a:ext uri="{FF2B5EF4-FFF2-40B4-BE49-F238E27FC236}">
                <a16:creationId xmlns:a16="http://schemas.microsoft.com/office/drawing/2014/main" id="{8BBBE268-4446-D0B5-1608-8E541C9B74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A52FA4-FD26-7608-FB44-9CA3B3CBE443}"/>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360326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FB1FF-6B66-2159-BBCC-17C39DAC2A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268C61-04FD-AFC8-A718-A61F8CEE81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67506F-0C0B-27E8-0B9B-6500A1AB71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B4E405-2CC5-92DE-DA60-90C7C35360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4AF4A1-5E88-AB32-83A1-1953F6E68B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97699B-6082-7DD3-E9D3-1C7BEBC67E74}"/>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8" name="Footer Placeholder 7">
            <a:extLst>
              <a:ext uri="{FF2B5EF4-FFF2-40B4-BE49-F238E27FC236}">
                <a16:creationId xmlns:a16="http://schemas.microsoft.com/office/drawing/2014/main" id="{688454B5-13D1-5077-A118-3824E1C6C6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7DA514-72FB-96C8-0588-6E94A0815DBF}"/>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2136560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B6B1-9EB4-66D9-1455-4109B0755D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06FF18-ADA4-4A96-BE35-AA8D95F97383}"/>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4" name="Footer Placeholder 3">
            <a:extLst>
              <a:ext uri="{FF2B5EF4-FFF2-40B4-BE49-F238E27FC236}">
                <a16:creationId xmlns:a16="http://schemas.microsoft.com/office/drawing/2014/main" id="{0069A3F2-D094-754C-421C-1E225F57F8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A7B89D-0B14-DF2B-4E95-9C1ED94CB7A5}"/>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2478115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8C1915-78F3-C46E-E511-63D68D5AC909}"/>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3" name="Footer Placeholder 2">
            <a:extLst>
              <a:ext uri="{FF2B5EF4-FFF2-40B4-BE49-F238E27FC236}">
                <a16:creationId xmlns:a16="http://schemas.microsoft.com/office/drawing/2014/main" id="{38F24CFA-C8A8-3F77-2078-1E4BC91FCF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A0EDB7-3437-7A44-F711-EBFCABFB5DAB}"/>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257105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BAB3-D512-02C8-6406-9B0D629222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0DAE79-508C-DCF1-457B-E8B7378CA9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11D92E-B742-3876-C423-BEDA0CF515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2E414B-CD6F-AA65-1ABA-73E37B4C83F4}"/>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6" name="Footer Placeholder 5">
            <a:extLst>
              <a:ext uri="{FF2B5EF4-FFF2-40B4-BE49-F238E27FC236}">
                <a16:creationId xmlns:a16="http://schemas.microsoft.com/office/drawing/2014/main" id="{C712537B-EE15-8212-550D-C4C975A57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5D31CF-FC84-58FE-3A22-1E40852157EA}"/>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409611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907E4-6588-B25A-5AB6-429A2808B3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45E5B9-4B12-C632-D170-320D54425C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5FC934-C92B-EAFF-42A5-B4F090570E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204EF-2455-5ED3-FA97-362C0F36B10E}"/>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6" name="Footer Placeholder 5">
            <a:extLst>
              <a:ext uri="{FF2B5EF4-FFF2-40B4-BE49-F238E27FC236}">
                <a16:creationId xmlns:a16="http://schemas.microsoft.com/office/drawing/2014/main" id="{2F3EDC6A-E6DA-8B61-2533-64715AD63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7D43B8-4244-2D21-A910-56461BA9DC07}"/>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30168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9601-91BD-4AE1-DBFB-F6B04E0A88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D39B72-E3F3-0061-049C-5CD9B00470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63AE9A-9C37-3E7D-10E1-F6C260405C20}"/>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1F10692A-25D0-9045-A2BF-C98D871F3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3A9B32-489C-C168-5425-268D7F6959C5}"/>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420207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D30967-8650-B4ED-F804-92D64563F1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72E80E-6FAA-8CFC-1E5C-8BAFC17E0E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42CFA1-3FE1-BECE-41DB-C0433D498533}"/>
              </a:ext>
            </a:extLst>
          </p:cNvPr>
          <p:cNvSpPr>
            <a:spLocks noGrp="1"/>
          </p:cNvSpPr>
          <p:nvPr>
            <p:ph type="dt" sz="half" idx="10"/>
          </p:nvPr>
        </p:nvSpPr>
        <p:spPr/>
        <p:txBody>
          <a:body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20B9E81A-027B-B25C-383C-8982752BF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496415-CA84-5D59-ACE6-61F8F2CCBD5C}"/>
              </a:ext>
            </a:extLst>
          </p:cNvPr>
          <p:cNvSpPr>
            <a:spLocks noGrp="1"/>
          </p:cNvSpPr>
          <p:nvPr>
            <p:ph type="sldNum" sz="quarter" idx="12"/>
          </p:nvPr>
        </p:nvSpPr>
        <p:spPr/>
        <p:txBody>
          <a:bodyPr/>
          <a:lstStyle/>
          <a:p>
            <a:fld id="{CC3F4385-F298-43D8-ADD8-4D1A7552B74A}" type="slidenum">
              <a:rPr lang="en-IN" smtClean="0"/>
              <a:t>‹#›</a:t>
            </a:fld>
            <a:endParaRPr lang="en-IN"/>
          </a:p>
        </p:txBody>
      </p:sp>
    </p:spTree>
    <p:extLst>
      <p:ext uri="{BB962C8B-B14F-4D97-AF65-F5344CB8AC3E}">
        <p14:creationId xmlns:p14="http://schemas.microsoft.com/office/powerpoint/2010/main" val="98527126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1C9AF0-2C67-9719-6F00-7830220EB4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6762F5-2BDD-A97D-764A-0BBF116F7D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25635-0521-8B6B-24E2-DAE30D8240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6D2129-9246-4E14-89CC-73124E1AB63F}" type="datetimeFigureOut">
              <a:rPr lang="en-IN" smtClean="0"/>
              <a:t>03-03-2026</a:t>
            </a:fld>
            <a:endParaRPr lang="en-IN"/>
          </a:p>
        </p:txBody>
      </p:sp>
      <p:sp>
        <p:nvSpPr>
          <p:cNvPr id="5" name="Footer Placeholder 4">
            <a:extLst>
              <a:ext uri="{FF2B5EF4-FFF2-40B4-BE49-F238E27FC236}">
                <a16:creationId xmlns:a16="http://schemas.microsoft.com/office/drawing/2014/main" id="{0C9E84C2-9748-4C15-36A0-4439891DFB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9924B67-8247-059F-E42D-89784FA2B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3F4385-F298-43D8-ADD8-4D1A7552B74A}" type="slidenum">
              <a:rPr lang="en-IN" smtClean="0"/>
              <a:t>‹#›</a:t>
            </a:fld>
            <a:endParaRPr lang="en-IN"/>
          </a:p>
        </p:txBody>
      </p:sp>
    </p:spTree>
    <p:extLst>
      <p:ext uri="{BB962C8B-B14F-4D97-AF65-F5344CB8AC3E}">
        <p14:creationId xmlns:p14="http://schemas.microsoft.com/office/powerpoint/2010/main" val="2461563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B9076-8591-0E8F-6B02-B405E4C3F81C}"/>
              </a:ext>
            </a:extLst>
          </p:cNvPr>
          <p:cNvSpPr>
            <a:spLocks noGrp="1"/>
          </p:cNvSpPr>
          <p:nvPr>
            <p:ph type="ctrTitle"/>
          </p:nvPr>
        </p:nvSpPr>
        <p:spPr/>
        <p:txBody>
          <a:bodyPr/>
          <a:lstStyle/>
          <a:p>
            <a:r>
              <a:rPr lang="en-IN" dirty="0"/>
              <a:t>Role Definitions</a:t>
            </a:r>
          </a:p>
        </p:txBody>
      </p:sp>
      <p:sp>
        <p:nvSpPr>
          <p:cNvPr id="3" name="Subtitle 2">
            <a:extLst>
              <a:ext uri="{FF2B5EF4-FFF2-40B4-BE49-F238E27FC236}">
                <a16:creationId xmlns:a16="http://schemas.microsoft.com/office/drawing/2014/main" id="{52477E6A-ECD6-9063-0580-462632E391F9}"/>
              </a:ext>
            </a:extLst>
          </p:cNvPr>
          <p:cNvSpPr>
            <a:spLocks noGrp="1"/>
          </p:cNvSpPr>
          <p:nvPr>
            <p:ph type="subTitle" idx="1"/>
          </p:nvPr>
        </p:nvSpPr>
        <p:spPr/>
        <p:txBody>
          <a:bodyPr/>
          <a:lstStyle/>
          <a:p>
            <a:r>
              <a:rPr lang="en-IN" dirty="0"/>
              <a:t>AI Application Development | Team Rocket</a:t>
            </a:r>
          </a:p>
        </p:txBody>
      </p:sp>
    </p:spTree>
    <p:extLst>
      <p:ext uri="{BB962C8B-B14F-4D97-AF65-F5344CB8AC3E}">
        <p14:creationId xmlns:p14="http://schemas.microsoft.com/office/powerpoint/2010/main" val="312363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6D20-1E72-EEA5-4915-AADAABA2C6B2}"/>
              </a:ext>
            </a:extLst>
          </p:cNvPr>
          <p:cNvSpPr>
            <a:spLocks noGrp="1"/>
          </p:cNvSpPr>
          <p:nvPr>
            <p:ph type="title"/>
          </p:nvPr>
        </p:nvSpPr>
        <p:spPr/>
        <p:txBody>
          <a:bodyPr/>
          <a:lstStyle/>
          <a:p>
            <a:r>
              <a:rPr lang="en-IN" dirty="0"/>
              <a:t>Team (Product) Lead</a:t>
            </a:r>
          </a:p>
          <a:p>
            <a:r>
              <a:rPr lang="en-IN" dirty="0" sz="1400" b="0" i="1"/>
              <a:t>Saqib Ahmed K</a:t>
            </a:r>
          </a:p>
        </p:txBody>
      </p:sp>
      <p:sp>
        <p:nvSpPr>
          <p:cNvPr id="3" name="TextBox 2">
            <a:extLst>
              <a:ext uri="{FF2B5EF4-FFF2-40B4-BE49-F238E27FC236}">
                <a16:creationId xmlns:a16="http://schemas.microsoft.com/office/drawing/2014/main" id="{FDD1971B-BC41-BFB7-CEB0-88596BBEA86B}"/>
              </a:ext>
            </a:extLst>
          </p:cNvPr>
          <p:cNvSpPr txBox="1"/>
          <p:nvPr/>
        </p:nvSpPr>
        <p:spPr>
          <a:xfrm>
            <a:off x="1104405" y="2208810"/>
            <a:ext cx="9088450" cy="3970318"/>
          </a:xfrm>
          <a:prstGeom prst="rect">
            <a:avLst/>
          </a:prstGeom>
          <a:noFill/>
        </p:spPr>
        <p:txBody>
          <a:bodyPr wrap="none" rtlCol="0">
            <a:spAutoFit/>
          </a:bodyPr>
          <a:lstStyle/>
          <a:p>
            <a:r>
              <a:rPr lang="en-US" b="1" dirty="0"/>
              <a:t>1. Define the Vision &amp; Scope</a:t>
            </a:r>
          </a:p>
          <a:p>
            <a:pPr lvl="1"/>
            <a:r>
              <a:rPr lang="en-US" dirty="0"/>
              <a:t xml:space="preserve">	Translate the problem statement into a clear product/solution vision.</a:t>
            </a:r>
          </a:p>
          <a:p>
            <a:pPr lvl="1"/>
            <a:r>
              <a:rPr lang="en-US" dirty="0"/>
              <a:t xml:space="preserve">	Define the scope: what is </a:t>
            </a:r>
            <a:r>
              <a:rPr lang="en-US" b="1" dirty="0"/>
              <a:t>in</a:t>
            </a:r>
            <a:r>
              <a:rPr lang="en-US" dirty="0"/>
              <a:t xml:space="preserve"> and what is </a:t>
            </a:r>
            <a:r>
              <a:rPr lang="en-US" b="1" dirty="0"/>
              <a:t>out</a:t>
            </a:r>
            <a:r>
              <a:rPr lang="en-US" dirty="0"/>
              <a:t xml:space="preserve"> of the project.</a:t>
            </a:r>
          </a:p>
          <a:p>
            <a:pPr lvl="1"/>
            <a:r>
              <a:rPr lang="en-US" dirty="0"/>
              <a:t xml:space="preserve">	Align this scope with team strengths, timeline, and available resources.</a:t>
            </a:r>
          </a:p>
          <a:p>
            <a:pPr lvl="1"/>
            <a:br>
              <a:rPr lang="en-US" dirty="0"/>
            </a:br>
            <a:endParaRPr lang="en-US" dirty="0"/>
          </a:p>
          <a:p>
            <a:r>
              <a:rPr lang="en-US" b="1" dirty="0"/>
              <a:t>2. Gather &amp; Prioritize Product Requirements</a:t>
            </a:r>
          </a:p>
          <a:p>
            <a:r>
              <a:rPr lang="en-US" dirty="0"/>
              <a:t xml:space="preserve">	Collect inputs from teammates, faculty, and potential users.</a:t>
            </a:r>
          </a:p>
          <a:p>
            <a:r>
              <a:rPr lang="en-US" dirty="0"/>
              <a:t xml:space="preserve">	Engage potential users (peers, mentors, faculty, or target audience) to test</a:t>
            </a:r>
          </a:p>
          <a:p>
            <a:r>
              <a:rPr lang="en-US" dirty="0"/>
              <a:t xml:space="preserve">	prototypes or early versions.</a:t>
            </a:r>
          </a:p>
          <a:p>
            <a:r>
              <a:rPr lang="en-US" dirty="0"/>
              <a:t xml:space="preserve">	Document the key functional and non-functional requirements.</a:t>
            </a:r>
          </a:p>
          <a:p>
            <a:r>
              <a:rPr lang="en-US" dirty="0"/>
              <a:t xml:space="preserve">	Prioritize features (e.g., “must-have vs. nice-to-have”) so the team stays focused.</a:t>
            </a:r>
          </a:p>
          <a:p>
            <a:r>
              <a:rPr lang="en-US" dirty="0"/>
              <a:t xml:space="preserve">	Document PRS and maintain clear, concise documentation.</a:t>
            </a:r>
          </a:p>
          <a:p>
            <a:endParaRPr lang="en-US" dirty="0"/>
          </a:p>
        </p:txBody>
      </p:sp>
    </p:spTree>
    <p:extLst>
      <p:ext uri="{BB962C8B-B14F-4D97-AF65-F5344CB8AC3E}">
        <p14:creationId xmlns:p14="http://schemas.microsoft.com/office/powerpoint/2010/main" val="1886541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BDAE-A150-93D3-44B4-95395EC08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DF4AF-BE2B-26F9-9F54-951B669C511A}"/>
              </a:ext>
            </a:extLst>
          </p:cNvPr>
          <p:cNvSpPr>
            <a:spLocks noGrp="1"/>
          </p:cNvSpPr>
          <p:nvPr>
            <p:ph type="title"/>
          </p:nvPr>
        </p:nvSpPr>
        <p:spPr/>
        <p:txBody>
          <a:bodyPr/>
          <a:lstStyle/>
          <a:p>
            <a:r>
              <a:rPr lang="en-IN" dirty="0"/>
              <a:t>Team (Product) Lead</a:t>
            </a:r>
          </a:p>
          <a:p>
            <a:r>
              <a:rPr lang="en-IN" dirty="0" sz="1400" b="0" i="1"/>
              <a:t>Saqib Ahmed K</a:t>
            </a:r>
          </a:p>
        </p:txBody>
      </p:sp>
      <p:sp>
        <p:nvSpPr>
          <p:cNvPr id="3" name="TextBox 2">
            <a:extLst>
              <a:ext uri="{FF2B5EF4-FFF2-40B4-BE49-F238E27FC236}">
                <a16:creationId xmlns:a16="http://schemas.microsoft.com/office/drawing/2014/main" id="{3C3998F7-05A9-261B-8B10-93CCF71B72E5}"/>
              </a:ext>
            </a:extLst>
          </p:cNvPr>
          <p:cNvSpPr txBox="1"/>
          <p:nvPr/>
        </p:nvSpPr>
        <p:spPr>
          <a:xfrm>
            <a:off x="1104405" y="2208810"/>
            <a:ext cx="10210039" cy="4524315"/>
          </a:xfrm>
          <a:prstGeom prst="rect">
            <a:avLst/>
          </a:prstGeom>
          <a:noFill/>
        </p:spPr>
        <p:txBody>
          <a:bodyPr wrap="none" rtlCol="0">
            <a:spAutoFit/>
          </a:bodyPr>
          <a:lstStyle/>
          <a:p>
            <a:r>
              <a:rPr lang="en-US" b="1" dirty="0"/>
              <a:t>3. Coordinate Team Roles &amp; Collaboration</a:t>
            </a:r>
          </a:p>
          <a:p>
            <a:r>
              <a:rPr lang="en-US" dirty="0"/>
              <a:t xml:space="preserve">	Act as the central point of contact between developers, designers, and testers.</a:t>
            </a:r>
          </a:p>
          <a:p>
            <a:r>
              <a:rPr lang="en-US" dirty="0"/>
              <a:t xml:space="preserve">	Assign tasks based on strengths and ensure smooth collaboration.</a:t>
            </a:r>
          </a:p>
          <a:p>
            <a:r>
              <a:rPr lang="en-US" dirty="0"/>
              <a:t xml:space="preserve">	Facilitate daily stand-ups, check-ins, and conflict resolution within the team.</a:t>
            </a:r>
          </a:p>
          <a:p>
            <a:br>
              <a:rPr lang="en-US" dirty="0"/>
            </a:br>
            <a:endParaRPr lang="en-US" dirty="0"/>
          </a:p>
          <a:p>
            <a:r>
              <a:rPr lang="en-US" b="1" dirty="0"/>
              <a:t>4. Track Progress &amp; Manage Risks</a:t>
            </a:r>
          </a:p>
          <a:p>
            <a:r>
              <a:rPr lang="en-US" dirty="0"/>
              <a:t xml:space="preserve">	Maintain a project timeline or Kanban board.</a:t>
            </a:r>
          </a:p>
          <a:p>
            <a:r>
              <a:rPr lang="en-US" dirty="0"/>
              <a:t xml:space="preserve">	Identify risks early (e.g., tech feasibility, time overruns) and propose mitigation.</a:t>
            </a:r>
          </a:p>
          <a:p>
            <a:r>
              <a:rPr lang="en-US" dirty="0"/>
              <a:t xml:space="preserve">	Ensure deadlines are realistic and met without compromising quality.</a:t>
            </a:r>
          </a:p>
          <a:p>
            <a:br>
              <a:rPr lang="en-US" dirty="0"/>
            </a:br>
            <a:endParaRPr lang="en-US" dirty="0"/>
          </a:p>
          <a:p>
            <a:r>
              <a:rPr lang="en-US" b="1" dirty="0"/>
              <a:t>5. Ensure Quality &amp; Final Delivery</a:t>
            </a:r>
          </a:p>
          <a:p>
            <a:r>
              <a:rPr lang="en-US" dirty="0"/>
              <a:t xml:space="preserve">	Review whether the solution aligns with requirements and solves the intended problem.</a:t>
            </a:r>
          </a:p>
          <a:p>
            <a:r>
              <a:rPr lang="en-US" dirty="0"/>
              <a:t xml:space="preserve">	Coordinate with Test Lead on feedback collection, and iteration.</a:t>
            </a:r>
          </a:p>
          <a:p>
            <a:r>
              <a:rPr lang="en-US" dirty="0"/>
              <a:t xml:space="preserve">	Lead the preparation of final deliverables: demos, presentations, reports, or documentation.</a:t>
            </a:r>
          </a:p>
        </p:txBody>
      </p:sp>
    </p:spTree>
    <p:extLst>
      <p:ext uri="{BB962C8B-B14F-4D97-AF65-F5344CB8AC3E}">
        <p14:creationId xmlns:p14="http://schemas.microsoft.com/office/powerpoint/2010/main" val="913353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9E40-B164-949C-DA8A-56E913C8A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A7F99-01C8-F185-E8B7-2DBEC95BC687}"/>
              </a:ext>
            </a:extLst>
          </p:cNvPr>
          <p:cNvSpPr>
            <a:spLocks noGrp="1"/>
          </p:cNvSpPr>
          <p:nvPr>
            <p:ph type="title"/>
          </p:nvPr>
        </p:nvSpPr>
        <p:spPr/>
        <p:txBody>
          <a:bodyPr/>
          <a:lstStyle/>
          <a:p>
            <a:r>
              <a:rPr lang="en-IN" dirty="0"/>
              <a:t>Customer Lead</a:t>
            </a:r>
          </a:p>
          <a:p>
            <a:r>
              <a:rPr lang="en-IN" dirty="0" sz="1400" b="0" i="1"/>
              <a:t>Yuvaraju Karthik &amp; Prashamsha</a:t>
            </a:r>
          </a:p>
        </p:txBody>
      </p:sp>
      <p:sp>
        <p:nvSpPr>
          <p:cNvPr id="3" name="TextBox 2">
            <a:extLst>
              <a:ext uri="{FF2B5EF4-FFF2-40B4-BE49-F238E27FC236}">
                <a16:creationId xmlns:a16="http://schemas.microsoft.com/office/drawing/2014/main" id="{B4AA3680-43FA-18FB-A64B-FBDB11480367}"/>
              </a:ext>
            </a:extLst>
          </p:cNvPr>
          <p:cNvSpPr txBox="1"/>
          <p:nvPr/>
        </p:nvSpPr>
        <p:spPr>
          <a:xfrm>
            <a:off x="1104405" y="2208810"/>
            <a:ext cx="9422901" cy="3139321"/>
          </a:xfrm>
          <a:prstGeom prst="rect">
            <a:avLst/>
          </a:prstGeom>
          <a:noFill/>
        </p:spPr>
        <p:txBody>
          <a:bodyPr wrap="none" rtlCol="0">
            <a:spAutoFit/>
          </a:bodyPr>
          <a:lstStyle/>
          <a:p>
            <a:pPr>
              <a:defRPr b="1"/>
            </a:pPr>
            <a:r>
              <a:rPr lang="en-US" dirty="0">
                <a:latin typeface="Aptos" panose="020B0004020202020204" pitchFamily="34" charset="0"/>
              </a:rPr>
              <a:t>1. Represent the Voice of the Customer</a:t>
            </a:r>
          </a:p>
          <a:p>
            <a:pPr lvl="1"/>
            <a:r>
              <a:rPr lang="en-US" dirty="0">
                <a:latin typeface="Aptos" panose="020B0004020202020204" pitchFamily="34" charset="0"/>
              </a:rPr>
              <a:t>Clearly articulate user needs, expectations, and pain points to the product team.</a:t>
            </a:r>
          </a:p>
          <a:p>
            <a:pPr lvl="1"/>
            <a:r>
              <a:rPr lang="en-US" dirty="0">
                <a:latin typeface="Aptos" panose="020B0004020202020204" pitchFamily="34" charset="0"/>
              </a:rPr>
              <a:t>Ensure the solution remains user-centric throughout development.</a:t>
            </a:r>
          </a:p>
          <a:p>
            <a:pPr lvl="1"/>
            <a:r>
              <a:rPr lang="en-US" dirty="0">
                <a:latin typeface="Aptos" panose="020B0004020202020204" pitchFamily="34" charset="0"/>
              </a:rPr>
              <a:t>Provide real-world context and scenarios to guide feature decisions.</a:t>
            </a:r>
          </a:p>
          <a:p>
            <a:pPr lvl="1"/>
            <a:endParaRPr lang="en-US" dirty="0">
              <a:latin typeface="Aptos" panose="020B0004020202020204" pitchFamily="34" charset="0"/>
            </a:endParaRPr>
          </a:p>
          <a:p>
            <a:pPr lvl="1"/>
            <a:endParaRPr lang="en-US" dirty="0">
              <a:latin typeface="Aptos" panose="020B0004020202020204" pitchFamily="34" charset="0"/>
            </a:endParaRPr>
          </a:p>
          <a:p>
            <a:pPr>
              <a:defRPr b="1"/>
            </a:pPr>
            <a:r>
              <a:rPr lang="en-US" dirty="0">
                <a:latin typeface="Aptos" panose="020B0004020202020204" pitchFamily="34" charset="0"/>
              </a:rPr>
              <a:t>2. Validate Requirements &amp; Scope</a:t>
            </a:r>
          </a:p>
          <a:p>
            <a:pPr lvl="1"/>
            <a:r>
              <a:rPr lang="en-US" dirty="0">
                <a:latin typeface="Aptos" panose="020B0004020202020204" pitchFamily="34" charset="0"/>
              </a:rPr>
              <a:t>Review and confirm functional and non-functional requirements from a user perspective.</a:t>
            </a:r>
          </a:p>
          <a:p>
            <a:pPr lvl="1"/>
            <a:r>
              <a:rPr lang="en-US" dirty="0">
                <a:latin typeface="Aptos" panose="020B0004020202020204" pitchFamily="34" charset="0"/>
              </a:rPr>
              <a:t>Identify gaps, ambiguities, or unrealistic assumptions in proposed features.</a:t>
            </a:r>
          </a:p>
          <a:p>
            <a:pPr lvl="1"/>
            <a:r>
              <a:rPr lang="en-US" dirty="0">
                <a:latin typeface="Aptos" panose="020B0004020202020204" pitchFamily="34" charset="0"/>
              </a:rPr>
              <a:t>Ensure the defined scope aligns with actual user needs and priorities.</a:t>
            </a:r>
          </a:p>
          <a:p>
            <a:endParaRPr lang="en-US" dirty="0"/>
          </a:p>
        </p:txBody>
      </p:sp>
    </p:spTree>
    <p:extLst>
      <p:ext uri="{BB962C8B-B14F-4D97-AF65-F5344CB8AC3E}">
        <p14:creationId xmlns:p14="http://schemas.microsoft.com/office/powerpoint/2010/main" val="3720726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CE8B9-5B35-40FA-52B2-0B6D1248E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C6D8E-35E7-4FCC-AC01-3B08139AFDB5}"/>
              </a:ext>
            </a:extLst>
          </p:cNvPr>
          <p:cNvSpPr>
            <a:spLocks noGrp="1"/>
          </p:cNvSpPr>
          <p:nvPr>
            <p:ph type="title"/>
          </p:nvPr>
        </p:nvSpPr>
        <p:spPr/>
        <p:txBody>
          <a:bodyPr/>
          <a:lstStyle/>
          <a:p>
            <a:r>
              <a:rPr lang="en-IN" dirty="0"/>
              <a:t>Customer Lead</a:t>
            </a:r>
          </a:p>
          <a:p>
            <a:r>
              <a:rPr lang="en-IN" dirty="0" sz="1400" b="0" i="1"/>
              <a:t>Yuvaraju Karthik &amp; Prashamsha</a:t>
            </a:r>
          </a:p>
        </p:txBody>
      </p:sp>
      <p:sp>
        <p:nvSpPr>
          <p:cNvPr id="3" name="TextBox 2">
            <a:extLst>
              <a:ext uri="{FF2B5EF4-FFF2-40B4-BE49-F238E27FC236}">
                <a16:creationId xmlns:a16="http://schemas.microsoft.com/office/drawing/2014/main" id="{F54DCB87-7D34-2B5F-7D4A-C3013A4D23BA}"/>
              </a:ext>
            </a:extLst>
          </p:cNvPr>
          <p:cNvSpPr txBox="1"/>
          <p:nvPr/>
        </p:nvSpPr>
        <p:spPr>
          <a:xfrm>
            <a:off x="1104405" y="2208810"/>
            <a:ext cx="8603124" cy="3970318"/>
          </a:xfrm>
          <a:prstGeom prst="rect">
            <a:avLst/>
          </a:prstGeom>
          <a:noFill/>
        </p:spPr>
        <p:txBody>
          <a:bodyPr wrap="none" rtlCol="0">
            <a:spAutoFit/>
          </a:bodyPr>
          <a:lstStyle/>
          <a:p>
            <a:pPr>
              <a:defRPr b="1"/>
            </a:pPr>
            <a:r>
              <a:rPr lang="en-US" b="1" dirty="0"/>
              <a:t>1</a:t>
            </a:r>
            <a:r>
              <a:rPr lang="en-US" dirty="0">
                <a:latin typeface="Aptos" panose="020B0004020202020204" pitchFamily="34" charset="0"/>
              </a:rPr>
              <a:t>3. Participate in Prototype Reviews</a:t>
            </a:r>
          </a:p>
          <a:p>
            <a:pPr lvl="1"/>
            <a:r>
              <a:rPr lang="en-US" dirty="0">
                <a:latin typeface="Aptos" panose="020B0004020202020204" pitchFamily="34" charset="0"/>
              </a:rPr>
              <a:t>Provide feedback on wireframes, mockups, or early builds.</a:t>
            </a:r>
          </a:p>
          <a:p>
            <a:pPr lvl="1"/>
            <a:r>
              <a:rPr lang="en-US" dirty="0">
                <a:latin typeface="Aptos" panose="020B0004020202020204" pitchFamily="34" charset="0"/>
              </a:rPr>
              <a:t>Evaluate usability, clarity, and overall user experience.</a:t>
            </a:r>
          </a:p>
          <a:p>
            <a:pPr lvl="1"/>
            <a:r>
              <a:rPr lang="en-US" dirty="0">
                <a:latin typeface="Aptos" panose="020B0004020202020204" pitchFamily="34" charset="0"/>
              </a:rPr>
              <a:t>Suggest improvements to enhance customer satisfaction and ease of use.</a:t>
            </a:r>
          </a:p>
          <a:p>
            <a:pPr lvl="1"/>
            <a:endParaRPr lang="en-US" dirty="0">
              <a:latin typeface="Aptos" panose="020B0004020202020204" pitchFamily="34" charset="0"/>
            </a:endParaRPr>
          </a:p>
          <a:p>
            <a:pPr>
              <a:defRPr b="1"/>
            </a:pPr>
            <a:r>
              <a:rPr lang="en-US" dirty="0">
                <a:latin typeface="Aptos" panose="020B0004020202020204" pitchFamily="34" charset="0"/>
              </a:rPr>
              <a:t>4. Support Acceptance Testing</a:t>
            </a:r>
          </a:p>
          <a:p>
            <a:pPr lvl="1"/>
            <a:r>
              <a:rPr lang="en-US" dirty="0">
                <a:latin typeface="Aptos" panose="020B0004020202020204" pitchFamily="34" charset="0"/>
              </a:rPr>
              <a:t>Participate in User Acceptance Testing (UAT).</a:t>
            </a:r>
          </a:p>
          <a:p>
            <a:pPr lvl="1"/>
            <a:r>
              <a:rPr lang="en-US" dirty="0">
                <a:latin typeface="Aptos" panose="020B0004020202020204" pitchFamily="34" charset="0"/>
              </a:rPr>
              <a:t>Validate whether the solution solves the intended problem effectively.</a:t>
            </a:r>
          </a:p>
          <a:p>
            <a:pPr lvl="1"/>
            <a:r>
              <a:rPr lang="en-US" dirty="0">
                <a:latin typeface="Aptos" panose="020B0004020202020204" pitchFamily="34" charset="0"/>
              </a:rPr>
              <a:t>Provide final sign-off from a user/business perspective before submission/demo.</a:t>
            </a:r>
          </a:p>
          <a:p>
            <a:pPr lvl="1"/>
            <a:endParaRPr lang="en-US" dirty="0">
              <a:latin typeface="Aptos" panose="020B0004020202020204" pitchFamily="34" charset="0"/>
            </a:endParaRPr>
          </a:p>
          <a:p>
            <a:pPr>
              <a:defRPr b="1"/>
            </a:pPr>
            <a:r>
              <a:rPr lang="en-US" dirty="0">
                <a:latin typeface="Aptos" panose="020B0004020202020204" pitchFamily="34" charset="0"/>
              </a:rPr>
              <a:t>5. Communicate Continuous Feedback</a:t>
            </a:r>
          </a:p>
          <a:p>
            <a:pPr lvl="1"/>
            <a:r>
              <a:rPr lang="en-US" dirty="0">
                <a:latin typeface="Aptos" panose="020B0004020202020204" pitchFamily="34" charset="0"/>
              </a:rPr>
              <a:t>Act as a bridge between the product team and end users.</a:t>
            </a:r>
          </a:p>
          <a:p>
            <a:pPr lvl="1"/>
            <a:r>
              <a:rPr lang="en-US" dirty="0">
                <a:latin typeface="Aptos" panose="020B0004020202020204" pitchFamily="34" charset="0"/>
              </a:rPr>
              <a:t>Share structured feedback during sprints or milestone reviews.</a:t>
            </a:r>
          </a:p>
          <a:p>
            <a:pPr lvl="1"/>
            <a:r>
              <a:rPr lang="en-US" dirty="0">
                <a:latin typeface="Aptos" panose="020B0004020202020204" pitchFamily="34" charset="0"/>
              </a:rPr>
              <a:t>Highlight priority changes or evolving user expectations if applicable.</a:t>
            </a:r>
          </a:p>
        </p:txBody>
      </p:sp>
    </p:spTree>
    <p:extLst>
      <p:ext uri="{BB962C8B-B14F-4D97-AF65-F5344CB8AC3E}">
        <p14:creationId xmlns:p14="http://schemas.microsoft.com/office/powerpoint/2010/main" val="512560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95C7A-B98A-FAC1-165E-FF4861910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00D48-2C91-C249-D6D8-5761EC1E34BF}"/>
              </a:ext>
            </a:extLst>
          </p:cNvPr>
          <p:cNvSpPr>
            <a:spLocks noGrp="1"/>
          </p:cNvSpPr>
          <p:nvPr>
            <p:ph type="title"/>
          </p:nvPr>
        </p:nvSpPr>
        <p:spPr/>
        <p:txBody>
          <a:bodyPr/>
          <a:lstStyle/>
          <a:p>
            <a:r>
              <a:rPr lang="en-IN" dirty="0"/>
              <a:t>Test Lead</a:t>
            </a:r>
          </a:p>
          <a:p>
            <a:r>
              <a:rPr lang="en-IN" dirty="0" sz="1400" b="0" i="1"/>
              <a:t>Ragul A</a:t>
            </a:r>
          </a:p>
        </p:txBody>
      </p:sp>
      <p:sp>
        <p:nvSpPr>
          <p:cNvPr id="3" name="TextBox 2">
            <a:extLst>
              <a:ext uri="{FF2B5EF4-FFF2-40B4-BE49-F238E27FC236}">
                <a16:creationId xmlns:a16="http://schemas.microsoft.com/office/drawing/2014/main" id="{87FEAEE1-4D61-EE0E-B40B-129E90246C7F}"/>
              </a:ext>
            </a:extLst>
          </p:cNvPr>
          <p:cNvSpPr txBox="1"/>
          <p:nvPr/>
        </p:nvSpPr>
        <p:spPr>
          <a:xfrm>
            <a:off x="1104405" y="2208810"/>
            <a:ext cx="9645589" cy="3970318"/>
          </a:xfrm>
          <a:prstGeom prst="rect">
            <a:avLst/>
          </a:prstGeom>
          <a:noFill/>
        </p:spPr>
        <p:txBody>
          <a:bodyPr wrap="none" rtlCol="0">
            <a:spAutoFit/>
          </a:bodyPr>
          <a:lstStyle/>
          <a:p>
            <a:r>
              <a:rPr lang="en-US" b="1" dirty="0"/>
              <a:t xml:space="preserve">1. Participate along with Product Lead </a:t>
            </a:r>
          </a:p>
          <a:p>
            <a:r>
              <a:rPr lang="en-US" dirty="0"/>
              <a:t xml:space="preserve">	Defining Product Scope</a:t>
            </a:r>
          </a:p>
          <a:p>
            <a:r>
              <a:rPr lang="en-US" dirty="0"/>
              <a:t xml:space="preserve">	Understanding User Requirements – both functional and non-functional Requirements</a:t>
            </a:r>
          </a:p>
          <a:p>
            <a:endParaRPr lang="en-US" dirty="0"/>
          </a:p>
          <a:p>
            <a:r>
              <a:rPr lang="en-US" dirty="0"/>
              <a:t xml:space="preserve">2. </a:t>
            </a:r>
            <a:r>
              <a:rPr lang="en-US" b="1" dirty="0"/>
              <a:t>Define the Test Strategy</a:t>
            </a:r>
          </a:p>
          <a:p>
            <a:r>
              <a:rPr lang="en-US" dirty="0"/>
              <a:t xml:space="preserve">	Decide what needs to be tested (functional, integration, usability) and how it will be</a:t>
            </a:r>
          </a:p>
          <a:p>
            <a:r>
              <a:rPr lang="en-US" dirty="0"/>
              <a:t xml:space="preserve">	 tested (manual, exploratory, or using simple tools).</a:t>
            </a:r>
          </a:p>
          <a:p>
            <a:r>
              <a:rPr lang="en-US" dirty="0"/>
              <a:t xml:space="preserve">	Align testing scope with the project timeline and critical features.</a:t>
            </a:r>
          </a:p>
          <a:p>
            <a:r>
              <a:rPr lang="en-US" dirty="0"/>
              <a:t xml:space="preserve">	Document test strategy and test plan</a:t>
            </a:r>
          </a:p>
          <a:p>
            <a:br>
              <a:rPr lang="en-US" dirty="0"/>
            </a:br>
            <a:r>
              <a:rPr lang="en-US" b="1" dirty="0"/>
              <a:t>3. Design Test Cases &amp; Scenarios</a:t>
            </a:r>
          </a:p>
          <a:p>
            <a:r>
              <a:rPr lang="en-US" dirty="0"/>
              <a:t xml:space="preserve">	Write clear test cases, scenarios, and acceptance criteria based on requirements.</a:t>
            </a:r>
          </a:p>
          <a:p>
            <a:r>
              <a:rPr lang="en-US" dirty="0"/>
              <a:t xml:space="preserve">	over both expected (“happy path”) and edge-case situations.</a:t>
            </a:r>
          </a:p>
          <a:p>
            <a:endParaRPr lang="en-US" dirty="0"/>
          </a:p>
        </p:txBody>
      </p:sp>
    </p:spTree>
    <p:extLst>
      <p:ext uri="{BB962C8B-B14F-4D97-AF65-F5344CB8AC3E}">
        <p14:creationId xmlns:p14="http://schemas.microsoft.com/office/powerpoint/2010/main" val="1012098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C7799-BF08-6E8C-E484-1E757BAD0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103D-EC98-6068-30BD-D4D04B3668D8}"/>
              </a:ext>
            </a:extLst>
          </p:cNvPr>
          <p:cNvSpPr>
            <a:spLocks noGrp="1"/>
          </p:cNvSpPr>
          <p:nvPr>
            <p:ph type="title"/>
          </p:nvPr>
        </p:nvSpPr>
        <p:spPr/>
        <p:txBody>
          <a:bodyPr/>
          <a:lstStyle/>
          <a:p>
            <a:r>
              <a:rPr lang="en-IN" dirty="0"/>
              <a:t>Test Lead</a:t>
            </a:r>
          </a:p>
          <a:p>
            <a:r>
              <a:rPr lang="en-IN" dirty="0" sz="1400" b="0" i="1"/>
              <a:t>Ragul A</a:t>
            </a:r>
          </a:p>
        </p:txBody>
      </p:sp>
      <p:sp>
        <p:nvSpPr>
          <p:cNvPr id="3" name="TextBox 2">
            <a:extLst>
              <a:ext uri="{FF2B5EF4-FFF2-40B4-BE49-F238E27FC236}">
                <a16:creationId xmlns:a16="http://schemas.microsoft.com/office/drawing/2014/main" id="{F6C8CC43-B2AB-0CE1-89A0-7BB8C4232F60}"/>
              </a:ext>
            </a:extLst>
          </p:cNvPr>
          <p:cNvSpPr txBox="1"/>
          <p:nvPr/>
        </p:nvSpPr>
        <p:spPr>
          <a:xfrm>
            <a:off x="1104405" y="2208810"/>
            <a:ext cx="9584803" cy="2862322"/>
          </a:xfrm>
          <a:prstGeom prst="rect">
            <a:avLst/>
          </a:prstGeom>
          <a:noFill/>
        </p:spPr>
        <p:txBody>
          <a:bodyPr wrap="none" rtlCol="0">
            <a:spAutoFit/>
          </a:bodyPr>
          <a:lstStyle/>
          <a:p>
            <a:r>
              <a:rPr lang="en-US" b="1" dirty="0"/>
              <a:t>3. Design Test Cases &amp; Scenarios</a:t>
            </a:r>
          </a:p>
          <a:p>
            <a:r>
              <a:rPr lang="en-US" dirty="0"/>
              <a:t xml:space="preserve">	Write clear test cases, scenarios, and acceptance criteria based on requirements.</a:t>
            </a:r>
          </a:p>
          <a:p>
            <a:r>
              <a:rPr lang="en-US" dirty="0"/>
              <a:t xml:space="preserve">	over both expected (“happy path”) and edge-case situations.</a:t>
            </a:r>
          </a:p>
          <a:p>
            <a:r>
              <a:rPr lang="en-US" dirty="0"/>
              <a:t xml:space="preserve">	Ensure test cases are documented.</a:t>
            </a:r>
          </a:p>
          <a:p>
            <a:endParaRPr lang="en-US" dirty="0"/>
          </a:p>
          <a:p>
            <a:r>
              <a:rPr lang="en-US" b="1" dirty="0"/>
              <a:t>4. Ensure Quality of Final Deliverables</a:t>
            </a:r>
          </a:p>
          <a:p>
            <a:r>
              <a:rPr lang="en-US" dirty="0"/>
              <a:t xml:space="preserve">	Validate that the final solution meets requirements, works reliably, and is demo-ready.</a:t>
            </a:r>
          </a:p>
          <a:p>
            <a:r>
              <a:rPr lang="en-US" dirty="0"/>
              <a:t xml:space="preserve">	Oversee end-to-end testing before submission/presentation.</a:t>
            </a:r>
          </a:p>
          <a:p>
            <a:r>
              <a:rPr lang="en-US" dirty="0"/>
              <a:t xml:space="preserve">	Ensure documentation of test results for project reporting.</a:t>
            </a:r>
          </a:p>
          <a:p>
            <a:endParaRPr lang="en-US" dirty="0"/>
          </a:p>
        </p:txBody>
      </p:sp>
    </p:spTree>
    <p:extLst>
      <p:ext uri="{BB962C8B-B14F-4D97-AF65-F5344CB8AC3E}">
        <p14:creationId xmlns:p14="http://schemas.microsoft.com/office/powerpoint/2010/main" val="2879725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3EF8A-C50B-9680-57D0-77F7D4232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5C4FA-1D57-430D-E100-8D33B283D09C}"/>
              </a:ext>
            </a:extLst>
          </p:cNvPr>
          <p:cNvSpPr>
            <a:spLocks noGrp="1"/>
          </p:cNvSpPr>
          <p:nvPr>
            <p:ph type="title"/>
          </p:nvPr>
        </p:nvSpPr>
        <p:spPr/>
        <p:txBody>
          <a:bodyPr/>
          <a:lstStyle/>
          <a:p>
            <a:r>
              <a:rPr lang="en-IN" dirty="0"/>
              <a:t>Development Lead</a:t>
            </a:r>
          </a:p>
          <a:p>
            <a:r>
              <a:rPr lang="en-IN" dirty="0" sz="1400" b="0" i="1"/>
              <a:t>Navadheep G P</a:t>
            </a:r>
          </a:p>
        </p:txBody>
      </p:sp>
      <p:sp>
        <p:nvSpPr>
          <p:cNvPr id="3" name="TextBox 2">
            <a:extLst>
              <a:ext uri="{FF2B5EF4-FFF2-40B4-BE49-F238E27FC236}">
                <a16:creationId xmlns:a16="http://schemas.microsoft.com/office/drawing/2014/main" id="{D7EE79AE-8229-3CC1-EC5D-6D7B9B24C30D}"/>
              </a:ext>
            </a:extLst>
          </p:cNvPr>
          <p:cNvSpPr txBox="1"/>
          <p:nvPr/>
        </p:nvSpPr>
        <p:spPr>
          <a:xfrm>
            <a:off x="1104405" y="2208810"/>
            <a:ext cx="9060873" cy="3970318"/>
          </a:xfrm>
          <a:prstGeom prst="rect">
            <a:avLst/>
          </a:prstGeom>
          <a:noFill/>
        </p:spPr>
        <p:txBody>
          <a:bodyPr wrap="square" rtlCol="0">
            <a:spAutoFit/>
          </a:bodyPr>
          <a:lstStyle/>
          <a:p>
            <a:r>
              <a:rPr lang="en-US" b="1" dirty="0"/>
              <a:t>1. Define Technical Architecture &amp; Stack</a:t>
            </a:r>
          </a:p>
          <a:p>
            <a:r>
              <a:rPr lang="en-US" dirty="0"/>
              <a:t xml:space="preserve">	Choose the programming languages, frameworks, tools, and libraries.</a:t>
            </a:r>
          </a:p>
          <a:p>
            <a:r>
              <a:rPr lang="en-US" dirty="0"/>
              <a:t xml:space="preserve">	Set up the project structure (repos, folders, coding standards).</a:t>
            </a:r>
          </a:p>
          <a:p>
            <a:br>
              <a:rPr lang="en-US" dirty="0"/>
            </a:br>
            <a:endParaRPr lang="en-US" dirty="0"/>
          </a:p>
          <a:p>
            <a:r>
              <a:rPr lang="en-US" b="1" dirty="0"/>
              <a:t>2. Break Down Features into Development Tasks</a:t>
            </a:r>
          </a:p>
          <a:p>
            <a:r>
              <a:rPr lang="en-US" dirty="0"/>
              <a:t xml:space="preserve">	Translate product requirements into actionable coding tasks.</a:t>
            </a:r>
          </a:p>
          <a:p>
            <a:r>
              <a:rPr lang="en-US" dirty="0"/>
              <a:t xml:space="preserve">	Allocate tasks across the developer team based on skillsets.</a:t>
            </a:r>
          </a:p>
          <a:p>
            <a:br>
              <a:rPr lang="en-US" dirty="0"/>
            </a:br>
            <a:endParaRPr lang="en-US" dirty="0"/>
          </a:p>
          <a:p>
            <a:r>
              <a:rPr lang="en-US" b="1" dirty="0"/>
              <a:t>3. Ensure Code Quality &amp; Best Practices</a:t>
            </a:r>
          </a:p>
          <a:p>
            <a:r>
              <a:rPr lang="en-US" dirty="0"/>
              <a:t xml:space="preserve">	Review code for clarity, correctness, and maintainability.</a:t>
            </a:r>
          </a:p>
          <a:p>
            <a:r>
              <a:rPr lang="en-US" dirty="0"/>
              <a:t xml:space="preserve">	Ensure use of version control (Git/GitHub/GitLab).</a:t>
            </a:r>
          </a:p>
          <a:p>
            <a:r>
              <a:rPr lang="en-US" dirty="0"/>
              <a:t xml:space="preserve">	Promote documentation and coding standards.</a:t>
            </a:r>
          </a:p>
        </p:txBody>
      </p:sp>
    </p:spTree>
    <p:extLst>
      <p:ext uri="{BB962C8B-B14F-4D97-AF65-F5344CB8AC3E}">
        <p14:creationId xmlns:p14="http://schemas.microsoft.com/office/powerpoint/2010/main" val="2247524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60CA-9083-43D0-883A-886C1F497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04ED7-9747-7C40-5D70-A616FF37D25D}"/>
              </a:ext>
            </a:extLst>
          </p:cNvPr>
          <p:cNvSpPr>
            <a:spLocks noGrp="1"/>
          </p:cNvSpPr>
          <p:nvPr>
            <p:ph type="title"/>
          </p:nvPr>
        </p:nvSpPr>
        <p:spPr/>
        <p:txBody>
          <a:bodyPr/>
          <a:lstStyle/>
          <a:p>
            <a:r>
              <a:rPr lang="en-IN" dirty="0"/>
              <a:t>Development Lead</a:t>
            </a:r>
          </a:p>
          <a:p>
            <a:r>
              <a:rPr lang="en-IN" dirty="0" sz="1400" b="0" i="1"/>
              <a:t>Navadheep G P</a:t>
            </a:r>
          </a:p>
        </p:txBody>
      </p:sp>
      <p:sp>
        <p:nvSpPr>
          <p:cNvPr id="3" name="TextBox 2">
            <a:extLst>
              <a:ext uri="{FF2B5EF4-FFF2-40B4-BE49-F238E27FC236}">
                <a16:creationId xmlns:a16="http://schemas.microsoft.com/office/drawing/2014/main" id="{1FBB0106-4E8D-9003-6AF3-30381877B3AC}"/>
              </a:ext>
            </a:extLst>
          </p:cNvPr>
          <p:cNvSpPr txBox="1"/>
          <p:nvPr/>
        </p:nvSpPr>
        <p:spPr>
          <a:xfrm>
            <a:off x="1104405" y="2208810"/>
            <a:ext cx="8277074" cy="3139321"/>
          </a:xfrm>
          <a:prstGeom prst="rect">
            <a:avLst/>
          </a:prstGeom>
          <a:noFill/>
        </p:spPr>
        <p:txBody>
          <a:bodyPr wrap="none" rtlCol="0">
            <a:spAutoFit/>
          </a:bodyPr>
          <a:lstStyle/>
          <a:p>
            <a:r>
              <a:rPr lang="en-US" b="1" dirty="0"/>
              <a:t>3. Coordinate Development Progress</a:t>
            </a:r>
          </a:p>
          <a:p>
            <a:r>
              <a:rPr lang="en-US" dirty="0"/>
              <a:t xml:space="preserve">	Track completion of tasks and ensure alignment with project milestones.</a:t>
            </a:r>
          </a:p>
          <a:p>
            <a:r>
              <a:rPr lang="en-US" dirty="0"/>
              <a:t xml:space="preserve">	Pair-program or mentor teammates when needed.</a:t>
            </a:r>
          </a:p>
          <a:p>
            <a:r>
              <a:rPr lang="en-US" dirty="0"/>
              <a:t xml:space="preserve">	Resolve technical blockers quickly.</a:t>
            </a:r>
          </a:p>
          <a:p>
            <a:br>
              <a:rPr lang="en-US" dirty="0"/>
            </a:br>
            <a:endParaRPr lang="en-US" dirty="0"/>
          </a:p>
          <a:p>
            <a:r>
              <a:rPr lang="en-US" b="1" dirty="0"/>
              <a:t>5. Integrate &amp; Deliver Working Builds</a:t>
            </a:r>
          </a:p>
          <a:p>
            <a:r>
              <a:rPr lang="en-US" dirty="0"/>
              <a:t xml:space="preserve">	Merge contributions into a working product.</a:t>
            </a:r>
          </a:p>
          <a:p>
            <a:r>
              <a:rPr lang="en-US" dirty="0"/>
              <a:t xml:space="preserve">	Conduct unit and integration testing before handing over to the Test Lead.</a:t>
            </a:r>
          </a:p>
          <a:p>
            <a:r>
              <a:rPr lang="en-US" dirty="0"/>
              <a:t xml:space="preserve">	Ensure the final build is stable and ready for demonstration.</a:t>
            </a:r>
          </a:p>
          <a:p>
            <a:r>
              <a:rPr lang="en-US" dirty="0"/>
              <a:t>.</a:t>
            </a:r>
          </a:p>
        </p:txBody>
      </p:sp>
    </p:spTree>
    <p:extLst>
      <p:ext uri="{BB962C8B-B14F-4D97-AF65-F5344CB8AC3E}">
        <p14:creationId xmlns:p14="http://schemas.microsoft.com/office/powerpoint/2010/main" val="3274483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6642-B6A4-D66B-A9C4-CEB45926E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67468-66F1-5BF6-705C-736C17E0F4C1}"/>
              </a:ext>
            </a:extLst>
          </p:cNvPr>
          <p:cNvSpPr>
            <a:spLocks noGrp="1"/>
          </p:cNvSpPr>
          <p:nvPr>
            <p:ph type="title"/>
          </p:nvPr>
        </p:nvSpPr>
        <p:spPr/>
        <p:txBody>
          <a:bodyPr/>
          <a:lstStyle/>
          <a:p>
            <a:r>
              <a:rPr lang="en-IN" dirty="0"/>
              <a:t>Test Team</a:t>
            </a:r>
          </a:p>
          <a:p>
            <a:r>
              <a:rPr lang="en-IN" dirty="0" sz="1400" b="0" i="1"/>
              <a:t>Ragul A</a:t>
            </a:r>
          </a:p>
        </p:txBody>
      </p:sp>
      <p:sp>
        <p:nvSpPr>
          <p:cNvPr id="3" name="TextBox 2">
            <a:extLst>
              <a:ext uri="{FF2B5EF4-FFF2-40B4-BE49-F238E27FC236}">
                <a16:creationId xmlns:a16="http://schemas.microsoft.com/office/drawing/2014/main" id="{6CC5B38D-D50D-6360-4A5D-F74673E44D32}"/>
              </a:ext>
            </a:extLst>
          </p:cNvPr>
          <p:cNvSpPr txBox="1"/>
          <p:nvPr/>
        </p:nvSpPr>
        <p:spPr>
          <a:xfrm>
            <a:off x="1104405" y="2208810"/>
            <a:ext cx="9659504" cy="3693319"/>
          </a:xfrm>
          <a:prstGeom prst="rect">
            <a:avLst/>
          </a:prstGeom>
          <a:noFill/>
        </p:spPr>
        <p:txBody>
          <a:bodyPr wrap="none" rtlCol="0">
            <a:spAutoFit/>
          </a:bodyPr>
          <a:lstStyle/>
          <a:p>
            <a:pPr marL="342900" indent="-342900">
              <a:buAutoNum type="arabicPeriod"/>
            </a:pPr>
            <a:r>
              <a:rPr lang="en-US" b="1" dirty="0"/>
              <a:t>Test Planning &amp; Strategy</a:t>
            </a:r>
            <a:br>
              <a:rPr lang="en-US" dirty="0"/>
            </a:br>
            <a:r>
              <a:rPr lang="en-US" dirty="0"/>
              <a:t xml:space="preserve">	Develop a structured test plan covering functional, integration, system, and</a:t>
            </a:r>
          </a:p>
          <a:p>
            <a:pPr lvl="1"/>
            <a:r>
              <a:rPr lang="en-US" dirty="0"/>
              <a:t xml:space="preserve">	edge cases based on requirements and design.</a:t>
            </a:r>
            <a:endParaRPr lang="en-US" b="1" dirty="0"/>
          </a:p>
          <a:p>
            <a:endParaRPr lang="en-US" b="1" dirty="0"/>
          </a:p>
          <a:p>
            <a:r>
              <a:rPr lang="en-US" b="1" dirty="0"/>
              <a:t>2. Design Test Cases &amp; Scenarios</a:t>
            </a:r>
          </a:p>
          <a:p>
            <a:r>
              <a:rPr lang="en-US" dirty="0"/>
              <a:t xml:space="preserve">	 Create detailed test cases (manual or automated if tools are available), execute them,</a:t>
            </a:r>
          </a:p>
          <a:p>
            <a:r>
              <a:rPr lang="en-US" dirty="0"/>
              <a:t xml:space="preserve">	and record results with clear pass/fail criteria.</a:t>
            </a:r>
          </a:p>
          <a:p>
            <a:endParaRPr lang="en-US" dirty="0"/>
          </a:p>
          <a:p>
            <a:r>
              <a:rPr lang="en-US" b="1" dirty="0"/>
              <a:t xml:space="preserve">3. Defect Reporting &amp; Tracking </a:t>
            </a:r>
          </a:p>
          <a:p>
            <a:r>
              <a:rPr lang="en-US" dirty="0"/>
              <a:t xml:space="preserve">	 Log defects with clear steps to reproduce, assign severity/priority, and track them until</a:t>
            </a:r>
          </a:p>
          <a:p>
            <a:r>
              <a:rPr lang="en-US" dirty="0"/>
              <a:t xml:space="preserve">	resolution.</a:t>
            </a:r>
          </a:p>
          <a:p>
            <a:r>
              <a:rPr lang="en-US" dirty="0"/>
              <a:t xml:space="preserve">	Retest fixed issues to ensure the new bug fix does not create new problems.</a:t>
            </a:r>
          </a:p>
          <a:p>
            <a:endParaRPr lang="en-US" dirty="0"/>
          </a:p>
        </p:txBody>
      </p:sp>
    </p:spTree>
    <p:extLst>
      <p:ext uri="{BB962C8B-B14F-4D97-AF65-F5344CB8AC3E}">
        <p14:creationId xmlns:p14="http://schemas.microsoft.com/office/powerpoint/2010/main" val="2670644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47E9-A74E-4BB7-C60E-CB39112BC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0E26A-9979-A455-5ACB-A4B0FE5C583C}"/>
              </a:ext>
            </a:extLst>
          </p:cNvPr>
          <p:cNvSpPr>
            <a:spLocks noGrp="1"/>
          </p:cNvSpPr>
          <p:nvPr>
            <p:ph type="title"/>
          </p:nvPr>
        </p:nvSpPr>
        <p:spPr/>
        <p:txBody>
          <a:bodyPr/>
          <a:lstStyle/>
          <a:p>
            <a:r>
              <a:rPr lang="en-IN" dirty="0"/>
              <a:t>Development Team</a:t>
            </a:r>
          </a:p>
          <a:p>
            <a:r>
              <a:rPr lang="en-IN" dirty="0" sz="1400" b="0" i="1"/>
              <a:t>Navadheep G P</a:t>
            </a:r>
          </a:p>
        </p:txBody>
      </p:sp>
      <p:sp>
        <p:nvSpPr>
          <p:cNvPr id="3" name="TextBox 2">
            <a:extLst>
              <a:ext uri="{FF2B5EF4-FFF2-40B4-BE49-F238E27FC236}">
                <a16:creationId xmlns:a16="http://schemas.microsoft.com/office/drawing/2014/main" id="{C65B3CC3-34CD-3E43-E25A-054F6D651891}"/>
              </a:ext>
            </a:extLst>
          </p:cNvPr>
          <p:cNvSpPr txBox="1"/>
          <p:nvPr/>
        </p:nvSpPr>
        <p:spPr>
          <a:xfrm>
            <a:off x="1104405" y="2208810"/>
            <a:ext cx="9060873" cy="3416320"/>
          </a:xfrm>
          <a:prstGeom prst="rect">
            <a:avLst/>
          </a:prstGeom>
          <a:noFill/>
        </p:spPr>
        <p:txBody>
          <a:bodyPr wrap="square" rtlCol="0">
            <a:spAutoFit/>
          </a:bodyPr>
          <a:lstStyle/>
          <a:p>
            <a:r>
              <a:rPr lang="en-US" b="1" dirty="0"/>
              <a:t>1. Requirements Analysis &amp; Architecture Design contribution</a:t>
            </a:r>
          </a:p>
          <a:p>
            <a:r>
              <a:rPr lang="en-US" dirty="0"/>
              <a:t xml:space="preserve">	Understand the product requirements, clarify issues and break them down to 	implementable tasks. Propose technical designs, data models, and interfaces. 	Provide inputs to the test teams on the design to help them write test cases.</a:t>
            </a:r>
          </a:p>
          <a:p>
            <a:endParaRPr lang="en-US" dirty="0"/>
          </a:p>
          <a:p>
            <a:r>
              <a:rPr lang="en-US" b="1" dirty="0"/>
              <a:t>2. Implementation and Code Quality</a:t>
            </a:r>
          </a:p>
          <a:p>
            <a:r>
              <a:rPr lang="en-US" dirty="0"/>
              <a:t xml:space="preserve">	Write clean, modular, and efficient code following agreed coding standards and 	version control practices (e.g., Git branching strategy).</a:t>
            </a:r>
            <a:br>
              <a:rPr lang="en-US" dirty="0"/>
            </a:br>
            <a:endParaRPr lang="en-US" dirty="0"/>
          </a:p>
          <a:p>
            <a:r>
              <a:rPr lang="en-US" b="1" dirty="0"/>
              <a:t>3. Defect  fixing and code improvements</a:t>
            </a:r>
          </a:p>
          <a:p>
            <a:r>
              <a:rPr lang="en-US" dirty="0"/>
              <a:t xml:space="preserve">	Address bugs identified during testing, optimize performance, and contribute to</a:t>
            </a:r>
          </a:p>
          <a:p>
            <a:r>
              <a:rPr lang="en-US" dirty="0"/>
              <a:t xml:space="preserve">	iterative improvements in design and implementation.</a:t>
            </a:r>
          </a:p>
        </p:txBody>
      </p:sp>
    </p:spTree>
    <p:extLst>
      <p:ext uri="{BB962C8B-B14F-4D97-AF65-F5344CB8AC3E}">
        <p14:creationId xmlns:p14="http://schemas.microsoft.com/office/powerpoint/2010/main" val="3905225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1101</Words>
  <Application>Microsoft Office PowerPoint</Application>
  <PresentationFormat>Widescreen</PresentationFormat>
  <Paragraphs>127</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Role Definitions</vt:lpstr>
      <vt:lpstr>Team (Product) Lead</vt:lpstr>
      <vt:lpstr>Team (Product) Lead</vt:lpstr>
      <vt:lpstr>Customer Lead</vt:lpstr>
      <vt:lpstr>Customer Lead</vt:lpstr>
      <vt:lpstr>Test Lead</vt:lpstr>
      <vt:lpstr>Test Lead</vt:lpstr>
      <vt:lpstr>Development Lead</vt:lpstr>
      <vt:lpstr>Development Lead</vt:lpstr>
      <vt:lpstr>Test Team</vt:lpstr>
      <vt:lpstr>Development 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Ramaraj Sri</dc:creator>
  <cp:lastModifiedBy>Ramaraj Sri</cp:lastModifiedBy>
  <cp:revision>5</cp:revision>
  <dcterms:created xsi:type="dcterms:W3CDTF">2025-09-23T04:52:16Z</dcterms:created>
  <dcterms:modified xsi:type="dcterms:W3CDTF">2026-03-03T03:36:24Z</dcterms:modified>
</cp:coreProperties>
</file>